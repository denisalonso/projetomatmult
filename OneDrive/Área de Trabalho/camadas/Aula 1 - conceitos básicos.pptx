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1"/>
  </p:notesMasterIdLst>
  <p:sldIdLst>
    <p:sldId id="256" r:id="rId2"/>
    <p:sldId id="263" r:id="rId3"/>
    <p:sldId id="271" r:id="rId4"/>
    <p:sldId id="266" r:id="rId5"/>
    <p:sldId id="272" r:id="rId6"/>
    <p:sldId id="273" r:id="rId7"/>
    <p:sldId id="264" r:id="rId8"/>
    <p:sldId id="285" r:id="rId9"/>
    <p:sldId id="283" r:id="rId10"/>
    <p:sldId id="268" r:id="rId11"/>
    <p:sldId id="284" r:id="rId12"/>
    <p:sldId id="278" r:id="rId13"/>
    <p:sldId id="279" r:id="rId14"/>
    <p:sldId id="280" r:id="rId15"/>
    <p:sldId id="281" r:id="rId16"/>
    <p:sldId id="282" r:id="rId17"/>
    <p:sldId id="274" r:id="rId18"/>
    <p:sldId id="275" r:id="rId19"/>
    <p:sldId id="277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54" autoAdjust="0"/>
  </p:normalViewPr>
  <p:slideViewPr>
    <p:cSldViewPr snapToGrid="0">
      <p:cViewPr varScale="1">
        <p:scale>
          <a:sx n="94" d="100"/>
          <a:sy n="94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6170EB-F712-499D-83EE-773353BE330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0C5913B-9A0C-49E8-892E-D03F54212C1A}">
      <dgm:prSet phldrT="[Texto]" custT="1"/>
      <dgm:spPr/>
      <dgm:t>
        <a:bodyPr/>
        <a:lstStyle/>
        <a:p>
          <a:r>
            <a:rPr lang="pt-BR" sz="1400" b="1" dirty="0" err="1"/>
            <a:t>LoopBack</a:t>
          </a:r>
          <a:endParaRPr lang="pt-BR" sz="1400" b="1" dirty="0"/>
        </a:p>
        <a:p>
          <a:r>
            <a:rPr lang="pt-BR" sz="1400" b="1" dirty="0"/>
            <a:t>1 ponto</a:t>
          </a:r>
        </a:p>
      </dgm:t>
    </dgm:pt>
    <dgm:pt modelId="{2E5D08A0-3C28-4CA2-A96B-7656AA74F972}" type="parTrans" cxnId="{6FF4C599-A89D-490F-B007-7EC1B58A1917}">
      <dgm:prSet/>
      <dgm:spPr/>
      <dgm:t>
        <a:bodyPr/>
        <a:lstStyle/>
        <a:p>
          <a:endParaRPr lang="pt-BR" sz="1400" b="1"/>
        </a:p>
      </dgm:t>
    </dgm:pt>
    <dgm:pt modelId="{3813C335-5C8E-4E28-905F-64B5A5630136}" type="sibTrans" cxnId="{6FF4C599-A89D-490F-B007-7EC1B58A1917}">
      <dgm:prSet custT="1"/>
      <dgm:spPr/>
      <dgm:t>
        <a:bodyPr/>
        <a:lstStyle/>
        <a:p>
          <a:endParaRPr lang="pt-BR" sz="1400" b="1"/>
        </a:p>
      </dgm:t>
    </dgm:pt>
    <dgm:pt modelId="{4B3F4B46-35CE-4DD9-89EB-4E8CE6529DB4}">
      <dgm:prSet phldrT="[Texto]" custT="1"/>
      <dgm:spPr/>
      <dgm:t>
        <a:bodyPr/>
        <a:lstStyle/>
        <a:p>
          <a:r>
            <a:rPr lang="pt-BR" sz="1400" b="1" dirty="0" err="1"/>
            <a:t>Client</a:t>
          </a:r>
          <a:r>
            <a:rPr lang="pt-BR" sz="1400" b="1" dirty="0"/>
            <a:t>-Server</a:t>
          </a:r>
        </a:p>
        <a:p>
          <a:r>
            <a:rPr lang="pt-BR" sz="1400" b="1" dirty="0"/>
            <a:t>1 ponto</a:t>
          </a:r>
        </a:p>
      </dgm:t>
    </dgm:pt>
    <dgm:pt modelId="{9061F496-D71A-4B63-96B8-A104CD730D79}" type="parTrans" cxnId="{BF1F7071-E244-4087-96B7-62437726CF8D}">
      <dgm:prSet/>
      <dgm:spPr/>
      <dgm:t>
        <a:bodyPr/>
        <a:lstStyle/>
        <a:p>
          <a:endParaRPr lang="pt-BR" sz="1400" b="1"/>
        </a:p>
      </dgm:t>
    </dgm:pt>
    <dgm:pt modelId="{D8498B0A-6257-406C-BAFC-819D62490311}" type="sibTrans" cxnId="{BF1F7071-E244-4087-96B7-62437726CF8D}">
      <dgm:prSet custT="1"/>
      <dgm:spPr/>
      <dgm:t>
        <a:bodyPr/>
        <a:lstStyle/>
        <a:p>
          <a:endParaRPr lang="pt-BR" sz="1400" b="1"/>
        </a:p>
      </dgm:t>
    </dgm:pt>
    <dgm:pt modelId="{6C3685A4-5BC4-48DD-8DA5-709A3F0907E6}">
      <dgm:prSet phldrT="[Texto]" custT="1"/>
      <dgm:spPr/>
      <dgm:t>
        <a:bodyPr/>
        <a:lstStyle/>
        <a:p>
          <a:r>
            <a:rPr lang="pt-BR" sz="1400" b="1" dirty="0"/>
            <a:t>Datagrama</a:t>
          </a:r>
        </a:p>
        <a:p>
          <a:r>
            <a:rPr lang="pt-BR" sz="1400" b="1" dirty="0"/>
            <a:t>1,5 ponto</a:t>
          </a:r>
        </a:p>
      </dgm:t>
    </dgm:pt>
    <dgm:pt modelId="{B3CDEA09-A7FB-4113-86CA-65BBCBB07F45}" type="parTrans" cxnId="{AACE944E-D952-4EF3-8FB8-9FD994897020}">
      <dgm:prSet/>
      <dgm:spPr/>
      <dgm:t>
        <a:bodyPr/>
        <a:lstStyle/>
        <a:p>
          <a:endParaRPr lang="pt-BR" sz="1400" b="1"/>
        </a:p>
      </dgm:t>
    </dgm:pt>
    <dgm:pt modelId="{28FA7BE4-C3A4-43C0-949E-6237AD484BEE}" type="sibTrans" cxnId="{AACE944E-D952-4EF3-8FB8-9FD994897020}">
      <dgm:prSet custT="1"/>
      <dgm:spPr/>
      <dgm:t>
        <a:bodyPr/>
        <a:lstStyle/>
        <a:p>
          <a:endParaRPr lang="pt-BR" sz="1400" b="1"/>
        </a:p>
      </dgm:t>
    </dgm:pt>
    <dgm:pt modelId="{53FEBA03-8BE7-41E8-A586-B93EC70135F1}">
      <dgm:prSet custT="1"/>
      <dgm:spPr/>
      <dgm:t>
        <a:bodyPr/>
        <a:lstStyle/>
        <a:p>
          <a:r>
            <a:rPr lang="pt-BR" sz="1400" b="1" dirty="0"/>
            <a:t>CRC</a:t>
          </a:r>
        </a:p>
        <a:p>
          <a:r>
            <a:rPr lang="pt-BR" sz="1400" b="1" dirty="0"/>
            <a:t>0,5 ponto</a:t>
          </a:r>
        </a:p>
      </dgm:t>
    </dgm:pt>
    <dgm:pt modelId="{99AEB057-0B26-462E-A3E9-26B07EC14A91}" type="parTrans" cxnId="{A16C1FFA-6797-4F3A-A394-2AC962566182}">
      <dgm:prSet/>
      <dgm:spPr/>
      <dgm:t>
        <a:bodyPr/>
        <a:lstStyle/>
        <a:p>
          <a:endParaRPr lang="pt-BR" sz="1400" b="1"/>
        </a:p>
      </dgm:t>
    </dgm:pt>
    <dgm:pt modelId="{71D91BD0-09E9-4BB9-BAF1-9A2F8ACF81A8}" type="sibTrans" cxnId="{A16C1FFA-6797-4F3A-A394-2AC962566182}">
      <dgm:prSet custT="1"/>
      <dgm:spPr/>
      <dgm:t>
        <a:bodyPr/>
        <a:lstStyle/>
        <a:p>
          <a:endParaRPr lang="pt-BR" sz="1400" b="1"/>
        </a:p>
      </dgm:t>
    </dgm:pt>
    <dgm:pt modelId="{921A75E3-6636-475C-94E3-6B02CCFF614F}">
      <dgm:prSet custT="1"/>
      <dgm:spPr/>
      <dgm:t>
        <a:bodyPr/>
        <a:lstStyle/>
        <a:p>
          <a:r>
            <a:rPr lang="pt-BR" sz="1400" b="1" dirty="0"/>
            <a:t>Serialização UART  em baixo nível</a:t>
          </a:r>
        </a:p>
        <a:p>
          <a:r>
            <a:rPr lang="pt-BR" sz="1400" b="1" dirty="0"/>
            <a:t>1,5 ponto</a:t>
          </a:r>
        </a:p>
      </dgm:t>
    </dgm:pt>
    <dgm:pt modelId="{4B6FF0E2-11DB-464F-97CC-68FF4DBCF72E}" type="parTrans" cxnId="{FB8A64F2-1105-4C9A-A876-3E27C932D03B}">
      <dgm:prSet/>
      <dgm:spPr/>
      <dgm:t>
        <a:bodyPr/>
        <a:lstStyle/>
        <a:p>
          <a:endParaRPr lang="pt-BR" sz="1400" b="1"/>
        </a:p>
      </dgm:t>
    </dgm:pt>
    <dgm:pt modelId="{6DAF7FF0-8A57-4562-9A41-306E6127D798}" type="sibTrans" cxnId="{FB8A64F2-1105-4C9A-A876-3E27C932D03B}">
      <dgm:prSet custT="1"/>
      <dgm:spPr/>
      <dgm:t>
        <a:bodyPr/>
        <a:lstStyle/>
        <a:p>
          <a:endParaRPr lang="pt-BR" sz="1400" b="1"/>
        </a:p>
      </dgm:t>
    </dgm:pt>
    <dgm:pt modelId="{A14620DD-84C8-4074-B9A4-8BCAEA6CB411}">
      <dgm:prSet custT="1"/>
      <dgm:spPr/>
      <dgm:t>
        <a:bodyPr/>
        <a:lstStyle/>
        <a:p>
          <a:r>
            <a:rPr lang="pt-BR" sz="1400" b="1" dirty="0"/>
            <a:t>DTMF</a:t>
          </a:r>
        </a:p>
        <a:p>
          <a:r>
            <a:rPr lang="pt-BR" sz="1400" b="1" dirty="0"/>
            <a:t>1 ponto</a:t>
          </a:r>
        </a:p>
      </dgm:t>
    </dgm:pt>
    <dgm:pt modelId="{CC82FEA1-DDCE-4860-8E4C-96E8BDECD1E5}" type="parTrans" cxnId="{100B8DA3-BF9A-47CF-B2D1-6DCB5BC6C185}">
      <dgm:prSet/>
      <dgm:spPr/>
      <dgm:t>
        <a:bodyPr/>
        <a:lstStyle/>
        <a:p>
          <a:endParaRPr lang="pt-BR" sz="1400" b="1"/>
        </a:p>
      </dgm:t>
    </dgm:pt>
    <dgm:pt modelId="{09963C5F-06F6-46A4-9A6D-0058952F0E26}" type="sibTrans" cxnId="{100B8DA3-BF9A-47CF-B2D1-6DCB5BC6C185}">
      <dgm:prSet custT="1"/>
      <dgm:spPr/>
      <dgm:t>
        <a:bodyPr/>
        <a:lstStyle/>
        <a:p>
          <a:endParaRPr lang="pt-BR" sz="1400" b="1"/>
        </a:p>
      </dgm:t>
    </dgm:pt>
    <dgm:pt modelId="{3E9337D1-1B9D-49DB-834A-004873D91582}">
      <dgm:prSet custT="1"/>
      <dgm:spPr/>
      <dgm:t>
        <a:bodyPr/>
        <a:lstStyle/>
        <a:p>
          <a:r>
            <a:rPr lang="pt-BR" sz="1400" b="1" dirty="0"/>
            <a:t>Produção científica</a:t>
          </a:r>
        </a:p>
        <a:p>
          <a:r>
            <a:rPr lang="pt-BR" sz="1400" b="1" dirty="0"/>
            <a:t>0,5 ponto</a:t>
          </a:r>
        </a:p>
      </dgm:t>
    </dgm:pt>
    <dgm:pt modelId="{C0E000E4-16FB-48E7-9774-0F25373930E0}" type="parTrans" cxnId="{916DA2A7-AEAA-4B68-8CEA-88E3D5A69D6D}">
      <dgm:prSet/>
      <dgm:spPr/>
      <dgm:t>
        <a:bodyPr/>
        <a:lstStyle/>
        <a:p>
          <a:endParaRPr lang="pt-BR" sz="1400" b="1"/>
        </a:p>
      </dgm:t>
    </dgm:pt>
    <dgm:pt modelId="{941AA937-A977-433F-AE3D-C662A8D68F0C}" type="sibTrans" cxnId="{916DA2A7-AEAA-4B68-8CEA-88E3D5A69D6D}">
      <dgm:prSet/>
      <dgm:spPr/>
      <dgm:t>
        <a:bodyPr/>
        <a:lstStyle/>
        <a:p>
          <a:endParaRPr lang="pt-BR" sz="1400" b="1"/>
        </a:p>
      </dgm:t>
    </dgm:pt>
    <dgm:pt modelId="{9B8FE7D9-3B65-44B4-AF35-E5FAEE7606F8}">
      <dgm:prSet custT="1"/>
      <dgm:spPr/>
      <dgm:t>
        <a:bodyPr/>
        <a:lstStyle/>
        <a:p>
          <a:r>
            <a:rPr lang="pt-BR" sz="1400" b="1" dirty="0"/>
            <a:t>Filtro digital</a:t>
          </a:r>
        </a:p>
        <a:p>
          <a:r>
            <a:rPr lang="pt-BR" sz="1400" b="1" dirty="0"/>
            <a:t>1,5 ponto</a:t>
          </a:r>
        </a:p>
      </dgm:t>
    </dgm:pt>
    <dgm:pt modelId="{ED074E22-5C29-4DCC-B8BB-9E2F9EFD6B7B}" type="parTrans" cxnId="{508B9AD8-D807-4605-B02E-CB765C0D91DE}">
      <dgm:prSet/>
      <dgm:spPr/>
      <dgm:t>
        <a:bodyPr/>
        <a:lstStyle/>
        <a:p>
          <a:endParaRPr lang="pt-BR"/>
        </a:p>
      </dgm:t>
    </dgm:pt>
    <dgm:pt modelId="{0CC625CC-8C8B-489A-B483-D732D16C7A19}" type="sibTrans" cxnId="{508B9AD8-D807-4605-B02E-CB765C0D91DE}">
      <dgm:prSet/>
      <dgm:spPr/>
      <dgm:t>
        <a:bodyPr/>
        <a:lstStyle/>
        <a:p>
          <a:endParaRPr lang="pt-BR"/>
        </a:p>
      </dgm:t>
    </dgm:pt>
    <dgm:pt modelId="{2584362A-02A6-4AF4-8237-D2786C115BFF}">
      <dgm:prSet custT="1"/>
      <dgm:spPr/>
      <dgm:t>
        <a:bodyPr/>
        <a:lstStyle/>
        <a:p>
          <a:r>
            <a:rPr lang="pt-BR" sz="1400" b="1" dirty="0"/>
            <a:t>Modulação AM</a:t>
          </a:r>
        </a:p>
        <a:p>
          <a:r>
            <a:rPr lang="pt-BR" sz="1400" b="1" dirty="0"/>
            <a:t>1,5 ponto</a:t>
          </a:r>
        </a:p>
      </dgm:t>
    </dgm:pt>
    <dgm:pt modelId="{8982CF70-AB3E-4B73-BC51-5296D483138E}" type="parTrans" cxnId="{9E30D128-0F15-42B3-AA30-13861402D37A}">
      <dgm:prSet/>
      <dgm:spPr/>
      <dgm:t>
        <a:bodyPr/>
        <a:lstStyle/>
        <a:p>
          <a:endParaRPr lang="pt-BR"/>
        </a:p>
      </dgm:t>
    </dgm:pt>
    <dgm:pt modelId="{CF0837EB-7756-45DA-9BEE-68040427DBB1}" type="sibTrans" cxnId="{9E30D128-0F15-42B3-AA30-13861402D37A}">
      <dgm:prSet/>
      <dgm:spPr/>
      <dgm:t>
        <a:bodyPr/>
        <a:lstStyle/>
        <a:p>
          <a:endParaRPr lang="pt-BR"/>
        </a:p>
      </dgm:t>
    </dgm:pt>
    <dgm:pt modelId="{BA964C5F-2369-48CF-A4CE-14C2160FBE0B}" type="pres">
      <dgm:prSet presAssocID="{2A6170EB-F712-499D-83EE-773353BE3305}" presName="Name0" presStyleCnt="0">
        <dgm:presLayoutVars>
          <dgm:dir/>
          <dgm:resizeHandles val="exact"/>
        </dgm:presLayoutVars>
      </dgm:prSet>
      <dgm:spPr/>
    </dgm:pt>
    <dgm:pt modelId="{4B9BAF49-1508-4917-AA0E-D701E9840C96}" type="pres">
      <dgm:prSet presAssocID="{C0C5913B-9A0C-49E8-892E-D03F54212C1A}" presName="node" presStyleLbl="node1" presStyleIdx="0" presStyleCnt="9" custScaleX="109874" custScaleY="182454">
        <dgm:presLayoutVars>
          <dgm:bulletEnabled val="1"/>
        </dgm:presLayoutVars>
      </dgm:prSet>
      <dgm:spPr/>
    </dgm:pt>
    <dgm:pt modelId="{31D40BCC-5529-4C5C-B24A-4336F222A822}" type="pres">
      <dgm:prSet presAssocID="{3813C335-5C8E-4E28-905F-64B5A5630136}" presName="sibTrans" presStyleLbl="sibTrans2D1" presStyleIdx="0" presStyleCnt="8"/>
      <dgm:spPr/>
    </dgm:pt>
    <dgm:pt modelId="{1BA6AE5C-EB29-4FDB-BD8B-6602BA6551E9}" type="pres">
      <dgm:prSet presAssocID="{3813C335-5C8E-4E28-905F-64B5A5630136}" presName="connectorText" presStyleLbl="sibTrans2D1" presStyleIdx="0" presStyleCnt="8"/>
      <dgm:spPr/>
    </dgm:pt>
    <dgm:pt modelId="{727D88ED-67EC-4FE5-8869-ED21722F1385}" type="pres">
      <dgm:prSet presAssocID="{4B3F4B46-35CE-4DD9-89EB-4E8CE6529DB4}" presName="node" presStyleLbl="node1" presStyleIdx="1" presStyleCnt="9" custScaleX="79984" custScaleY="182048">
        <dgm:presLayoutVars>
          <dgm:bulletEnabled val="1"/>
        </dgm:presLayoutVars>
      </dgm:prSet>
      <dgm:spPr/>
    </dgm:pt>
    <dgm:pt modelId="{1A165FCE-8022-4F89-A373-1876BC5CBE2E}" type="pres">
      <dgm:prSet presAssocID="{D8498B0A-6257-406C-BAFC-819D62490311}" presName="sibTrans" presStyleLbl="sibTrans2D1" presStyleIdx="1" presStyleCnt="8"/>
      <dgm:spPr/>
    </dgm:pt>
    <dgm:pt modelId="{F8FDBA7F-52FA-4EA6-A8BF-FBC7F457AEAB}" type="pres">
      <dgm:prSet presAssocID="{D8498B0A-6257-406C-BAFC-819D62490311}" presName="connectorText" presStyleLbl="sibTrans2D1" presStyleIdx="1" presStyleCnt="8"/>
      <dgm:spPr/>
    </dgm:pt>
    <dgm:pt modelId="{6E6FF7BB-61C7-48DD-AF5B-C42928236EAF}" type="pres">
      <dgm:prSet presAssocID="{6C3685A4-5BC4-48DD-8DA5-709A3F0907E6}" presName="node" presStyleLbl="node1" presStyleIdx="2" presStyleCnt="9" custScaleX="96418" custScaleY="182048">
        <dgm:presLayoutVars>
          <dgm:bulletEnabled val="1"/>
        </dgm:presLayoutVars>
      </dgm:prSet>
      <dgm:spPr/>
    </dgm:pt>
    <dgm:pt modelId="{8E7BD2D7-4727-4C0A-8316-0B7EE0268CD7}" type="pres">
      <dgm:prSet presAssocID="{28FA7BE4-C3A4-43C0-949E-6237AD484BEE}" presName="sibTrans" presStyleLbl="sibTrans2D1" presStyleIdx="2" presStyleCnt="8"/>
      <dgm:spPr/>
    </dgm:pt>
    <dgm:pt modelId="{3A7CFA24-96AC-4DCD-A211-4146A7E9E4B0}" type="pres">
      <dgm:prSet presAssocID="{28FA7BE4-C3A4-43C0-949E-6237AD484BEE}" presName="connectorText" presStyleLbl="sibTrans2D1" presStyleIdx="2" presStyleCnt="8"/>
      <dgm:spPr/>
    </dgm:pt>
    <dgm:pt modelId="{B9F146FE-B6B6-4232-A131-2A2FA50D82A1}" type="pres">
      <dgm:prSet presAssocID="{53FEBA03-8BE7-41E8-A586-B93EC70135F1}" presName="node" presStyleLbl="node1" presStyleIdx="3" presStyleCnt="9" custScaleX="94265" custScaleY="182048">
        <dgm:presLayoutVars>
          <dgm:bulletEnabled val="1"/>
        </dgm:presLayoutVars>
      </dgm:prSet>
      <dgm:spPr/>
    </dgm:pt>
    <dgm:pt modelId="{FB0848B0-DB0D-4E1F-82BD-5DDFC78C9DFC}" type="pres">
      <dgm:prSet presAssocID="{71D91BD0-09E9-4BB9-BAF1-9A2F8ACF81A8}" presName="sibTrans" presStyleLbl="sibTrans2D1" presStyleIdx="3" presStyleCnt="8"/>
      <dgm:spPr/>
    </dgm:pt>
    <dgm:pt modelId="{14B4323B-B743-4843-8954-692ACEEF564C}" type="pres">
      <dgm:prSet presAssocID="{71D91BD0-09E9-4BB9-BAF1-9A2F8ACF81A8}" presName="connectorText" presStyleLbl="sibTrans2D1" presStyleIdx="3" presStyleCnt="8"/>
      <dgm:spPr/>
    </dgm:pt>
    <dgm:pt modelId="{9E97FECB-E34F-4C77-96CA-237663E0C4B5}" type="pres">
      <dgm:prSet presAssocID="{921A75E3-6636-475C-94E3-6B02CCFF614F}" presName="node" presStyleLbl="node1" presStyleIdx="4" presStyleCnt="9" custScaleX="97825" custScaleY="183603">
        <dgm:presLayoutVars>
          <dgm:bulletEnabled val="1"/>
        </dgm:presLayoutVars>
      </dgm:prSet>
      <dgm:spPr/>
    </dgm:pt>
    <dgm:pt modelId="{528DA61D-229A-4425-9625-197104D98AE8}" type="pres">
      <dgm:prSet presAssocID="{6DAF7FF0-8A57-4562-9A41-306E6127D798}" presName="sibTrans" presStyleLbl="sibTrans2D1" presStyleIdx="4" presStyleCnt="8"/>
      <dgm:spPr/>
    </dgm:pt>
    <dgm:pt modelId="{80D78C1B-4B72-4B3D-82F8-9F1CF77A1591}" type="pres">
      <dgm:prSet presAssocID="{6DAF7FF0-8A57-4562-9A41-306E6127D798}" presName="connectorText" presStyleLbl="sibTrans2D1" presStyleIdx="4" presStyleCnt="8"/>
      <dgm:spPr/>
    </dgm:pt>
    <dgm:pt modelId="{0B05CF4D-29D2-4507-BD07-40439B67B495}" type="pres">
      <dgm:prSet presAssocID="{A14620DD-84C8-4074-B9A4-8BCAEA6CB411}" presName="node" presStyleLbl="node1" presStyleIdx="5" presStyleCnt="9" custScaleX="96858" custScaleY="188963">
        <dgm:presLayoutVars>
          <dgm:bulletEnabled val="1"/>
        </dgm:presLayoutVars>
      </dgm:prSet>
      <dgm:spPr/>
    </dgm:pt>
    <dgm:pt modelId="{82280339-27A9-4545-A7F0-D87D9A474BA9}" type="pres">
      <dgm:prSet presAssocID="{09963C5F-06F6-46A4-9A6D-0058952F0E26}" presName="sibTrans" presStyleLbl="sibTrans2D1" presStyleIdx="5" presStyleCnt="8"/>
      <dgm:spPr/>
    </dgm:pt>
    <dgm:pt modelId="{FB5C4E9C-EF1A-4F9D-84AF-ABED9594C3FB}" type="pres">
      <dgm:prSet presAssocID="{09963C5F-06F6-46A4-9A6D-0058952F0E26}" presName="connectorText" presStyleLbl="sibTrans2D1" presStyleIdx="5" presStyleCnt="8"/>
      <dgm:spPr/>
    </dgm:pt>
    <dgm:pt modelId="{282DB87A-61F9-404D-BE65-4B8C18795C09}" type="pres">
      <dgm:prSet presAssocID="{9B8FE7D9-3B65-44B4-AF35-E5FAEE7606F8}" presName="node" presStyleLbl="node1" presStyleIdx="6" presStyleCnt="9" custScaleX="82548" custScaleY="179169">
        <dgm:presLayoutVars>
          <dgm:bulletEnabled val="1"/>
        </dgm:presLayoutVars>
      </dgm:prSet>
      <dgm:spPr/>
    </dgm:pt>
    <dgm:pt modelId="{FD833EFF-B901-4785-ADC6-9994565C81F7}" type="pres">
      <dgm:prSet presAssocID="{0CC625CC-8C8B-489A-B483-D732D16C7A19}" presName="sibTrans" presStyleLbl="sibTrans2D1" presStyleIdx="6" presStyleCnt="8"/>
      <dgm:spPr/>
    </dgm:pt>
    <dgm:pt modelId="{58857B7B-0E02-4C7C-8A73-E15480431A93}" type="pres">
      <dgm:prSet presAssocID="{0CC625CC-8C8B-489A-B483-D732D16C7A19}" presName="connectorText" presStyleLbl="sibTrans2D1" presStyleIdx="6" presStyleCnt="8"/>
      <dgm:spPr/>
    </dgm:pt>
    <dgm:pt modelId="{925D5CC3-7755-451B-9890-18BF0A88974C}" type="pres">
      <dgm:prSet presAssocID="{2584362A-02A6-4AF4-8237-D2786C115BFF}" presName="node" presStyleLbl="node1" presStyleIdx="7" presStyleCnt="9" custScaleX="82548" custScaleY="179169">
        <dgm:presLayoutVars>
          <dgm:bulletEnabled val="1"/>
        </dgm:presLayoutVars>
      </dgm:prSet>
      <dgm:spPr/>
    </dgm:pt>
    <dgm:pt modelId="{C20ECBF4-4A9D-4E1E-932A-D41022C64F8A}" type="pres">
      <dgm:prSet presAssocID="{CF0837EB-7756-45DA-9BEE-68040427DBB1}" presName="sibTrans" presStyleLbl="sibTrans2D1" presStyleIdx="7" presStyleCnt="8"/>
      <dgm:spPr/>
    </dgm:pt>
    <dgm:pt modelId="{0920082C-709B-4102-A196-13D97B3709C8}" type="pres">
      <dgm:prSet presAssocID="{CF0837EB-7756-45DA-9BEE-68040427DBB1}" presName="connectorText" presStyleLbl="sibTrans2D1" presStyleIdx="7" presStyleCnt="8"/>
      <dgm:spPr/>
    </dgm:pt>
    <dgm:pt modelId="{7157F014-144C-4139-AF85-888264AEB38A}" type="pres">
      <dgm:prSet presAssocID="{3E9337D1-1B9D-49DB-834A-004873D91582}" presName="node" presStyleLbl="node1" presStyleIdx="8" presStyleCnt="9" custScaleY="177053" custLinFactNeighborX="2074" custLinFactNeighborY="1081">
        <dgm:presLayoutVars>
          <dgm:bulletEnabled val="1"/>
        </dgm:presLayoutVars>
      </dgm:prSet>
      <dgm:spPr/>
    </dgm:pt>
  </dgm:ptLst>
  <dgm:cxnLst>
    <dgm:cxn modelId="{31D1500C-7EFC-4D6B-8A37-F049C7227D5C}" type="presOf" srcId="{09963C5F-06F6-46A4-9A6D-0058952F0E26}" destId="{FB5C4E9C-EF1A-4F9D-84AF-ABED9594C3FB}" srcOrd="1" destOrd="0" presId="urn:microsoft.com/office/officeart/2005/8/layout/process1"/>
    <dgm:cxn modelId="{25D14110-1CF8-4321-8776-97560BA7EC89}" type="presOf" srcId="{09963C5F-06F6-46A4-9A6D-0058952F0E26}" destId="{82280339-27A9-4545-A7F0-D87D9A474BA9}" srcOrd="0" destOrd="0" presId="urn:microsoft.com/office/officeart/2005/8/layout/process1"/>
    <dgm:cxn modelId="{C0C9D813-1B58-4BE9-A129-81385689D62B}" type="presOf" srcId="{71D91BD0-09E9-4BB9-BAF1-9A2F8ACF81A8}" destId="{FB0848B0-DB0D-4E1F-82BD-5DDFC78C9DFC}" srcOrd="0" destOrd="0" presId="urn:microsoft.com/office/officeart/2005/8/layout/process1"/>
    <dgm:cxn modelId="{639B781C-DA32-4D40-9B2F-49D204339C2E}" type="presOf" srcId="{3813C335-5C8E-4E28-905F-64B5A5630136}" destId="{31D40BCC-5529-4C5C-B24A-4336F222A822}" srcOrd="0" destOrd="0" presId="urn:microsoft.com/office/officeart/2005/8/layout/process1"/>
    <dgm:cxn modelId="{E069BE23-06A6-4A36-B3DE-7A93BDFC95E8}" type="presOf" srcId="{3813C335-5C8E-4E28-905F-64B5A5630136}" destId="{1BA6AE5C-EB29-4FDB-BD8B-6602BA6551E9}" srcOrd="1" destOrd="0" presId="urn:microsoft.com/office/officeart/2005/8/layout/process1"/>
    <dgm:cxn modelId="{9E30D128-0F15-42B3-AA30-13861402D37A}" srcId="{2A6170EB-F712-499D-83EE-773353BE3305}" destId="{2584362A-02A6-4AF4-8237-D2786C115BFF}" srcOrd="7" destOrd="0" parTransId="{8982CF70-AB3E-4B73-BC51-5296D483138E}" sibTransId="{CF0837EB-7756-45DA-9BEE-68040427DBB1}"/>
    <dgm:cxn modelId="{22689C29-26E4-4CB3-A951-0FC5AA562777}" type="presOf" srcId="{921A75E3-6636-475C-94E3-6B02CCFF614F}" destId="{9E97FECB-E34F-4C77-96CA-237663E0C4B5}" srcOrd="0" destOrd="0" presId="urn:microsoft.com/office/officeart/2005/8/layout/process1"/>
    <dgm:cxn modelId="{E83CC133-83B1-4CCE-B9C0-CD557AD84112}" type="presOf" srcId="{28FA7BE4-C3A4-43C0-949E-6237AD484BEE}" destId="{8E7BD2D7-4727-4C0A-8316-0B7EE0268CD7}" srcOrd="0" destOrd="0" presId="urn:microsoft.com/office/officeart/2005/8/layout/process1"/>
    <dgm:cxn modelId="{07336234-B920-4FAF-BBDE-B6D96617C931}" type="presOf" srcId="{6C3685A4-5BC4-48DD-8DA5-709A3F0907E6}" destId="{6E6FF7BB-61C7-48DD-AF5B-C42928236EAF}" srcOrd="0" destOrd="0" presId="urn:microsoft.com/office/officeart/2005/8/layout/process1"/>
    <dgm:cxn modelId="{DC59B238-2522-486F-AE7F-129E7DA567CF}" type="presOf" srcId="{28FA7BE4-C3A4-43C0-949E-6237AD484BEE}" destId="{3A7CFA24-96AC-4DCD-A211-4146A7E9E4B0}" srcOrd="1" destOrd="0" presId="urn:microsoft.com/office/officeart/2005/8/layout/process1"/>
    <dgm:cxn modelId="{1A4D2560-17DD-4C41-8522-8380E8A07643}" type="presOf" srcId="{53FEBA03-8BE7-41E8-A586-B93EC70135F1}" destId="{B9F146FE-B6B6-4232-A131-2A2FA50D82A1}" srcOrd="0" destOrd="0" presId="urn:microsoft.com/office/officeart/2005/8/layout/process1"/>
    <dgm:cxn modelId="{2E3BB262-B10E-4E15-991E-A1573FCEB145}" type="presOf" srcId="{0CC625CC-8C8B-489A-B483-D732D16C7A19}" destId="{FD833EFF-B901-4785-ADC6-9994565C81F7}" srcOrd="0" destOrd="0" presId="urn:microsoft.com/office/officeart/2005/8/layout/process1"/>
    <dgm:cxn modelId="{AACE944E-D952-4EF3-8FB8-9FD994897020}" srcId="{2A6170EB-F712-499D-83EE-773353BE3305}" destId="{6C3685A4-5BC4-48DD-8DA5-709A3F0907E6}" srcOrd="2" destOrd="0" parTransId="{B3CDEA09-A7FB-4113-86CA-65BBCBB07F45}" sibTransId="{28FA7BE4-C3A4-43C0-949E-6237AD484BEE}"/>
    <dgm:cxn modelId="{BF1F7071-E244-4087-96B7-62437726CF8D}" srcId="{2A6170EB-F712-499D-83EE-773353BE3305}" destId="{4B3F4B46-35CE-4DD9-89EB-4E8CE6529DB4}" srcOrd="1" destOrd="0" parTransId="{9061F496-D71A-4B63-96B8-A104CD730D79}" sibTransId="{D8498B0A-6257-406C-BAFC-819D62490311}"/>
    <dgm:cxn modelId="{8AC00381-9907-406A-AACE-763881E827F3}" type="presOf" srcId="{0CC625CC-8C8B-489A-B483-D732D16C7A19}" destId="{58857B7B-0E02-4C7C-8A73-E15480431A93}" srcOrd="1" destOrd="0" presId="urn:microsoft.com/office/officeart/2005/8/layout/process1"/>
    <dgm:cxn modelId="{A0BA8081-7DF9-4A77-82F4-9646043F9EB9}" type="presOf" srcId="{2584362A-02A6-4AF4-8237-D2786C115BFF}" destId="{925D5CC3-7755-451B-9890-18BF0A88974C}" srcOrd="0" destOrd="0" presId="urn:microsoft.com/office/officeart/2005/8/layout/process1"/>
    <dgm:cxn modelId="{85477493-3521-40FF-9700-826B81046462}" type="presOf" srcId="{D8498B0A-6257-406C-BAFC-819D62490311}" destId="{1A165FCE-8022-4F89-A373-1876BC5CBE2E}" srcOrd="0" destOrd="0" presId="urn:microsoft.com/office/officeart/2005/8/layout/process1"/>
    <dgm:cxn modelId="{73BD8796-F01D-4C99-9A5C-9334D49A669B}" type="presOf" srcId="{6DAF7FF0-8A57-4562-9A41-306E6127D798}" destId="{80D78C1B-4B72-4B3D-82F8-9F1CF77A1591}" srcOrd="1" destOrd="0" presId="urn:microsoft.com/office/officeart/2005/8/layout/process1"/>
    <dgm:cxn modelId="{694E0497-CBCB-4EBB-A179-9C3A5D4492B6}" type="presOf" srcId="{A14620DD-84C8-4074-B9A4-8BCAEA6CB411}" destId="{0B05CF4D-29D2-4507-BD07-40439B67B495}" srcOrd="0" destOrd="0" presId="urn:microsoft.com/office/officeart/2005/8/layout/process1"/>
    <dgm:cxn modelId="{6FF4C599-A89D-490F-B007-7EC1B58A1917}" srcId="{2A6170EB-F712-499D-83EE-773353BE3305}" destId="{C0C5913B-9A0C-49E8-892E-D03F54212C1A}" srcOrd="0" destOrd="0" parTransId="{2E5D08A0-3C28-4CA2-A96B-7656AA74F972}" sibTransId="{3813C335-5C8E-4E28-905F-64B5A5630136}"/>
    <dgm:cxn modelId="{54DA3A9B-AA35-49A0-9F12-60009F0B9A7E}" type="presOf" srcId="{9B8FE7D9-3B65-44B4-AF35-E5FAEE7606F8}" destId="{282DB87A-61F9-404D-BE65-4B8C18795C09}" srcOrd="0" destOrd="0" presId="urn:microsoft.com/office/officeart/2005/8/layout/process1"/>
    <dgm:cxn modelId="{100B8DA3-BF9A-47CF-B2D1-6DCB5BC6C185}" srcId="{2A6170EB-F712-499D-83EE-773353BE3305}" destId="{A14620DD-84C8-4074-B9A4-8BCAEA6CB411}" srcOrd="5" destOrd="0" parTransId="{CC82FEA1-DDCE-4860-8E4C-96E8BDECD1E5}" sibTransId="{09963C5F-06F6-46A4-9A6D-0058952F0E26}"/>
    <dgm:cxn modelId="{916DA2A7-AEAA-4B68-8CEA-88E3D5A69D6D}" srcId="{2A6170EB-F712-499D-83EE-773353BE3305}" destId="{3E9337D1-1B9D-49DB-834A-004873D91582}" srcOrd="8" destOrd="0" parTransId="{C0E000E4-16FB-48E7-9774-0F25373930E0}" sibTransId="{941AA937-A977-433F-AE3D-C662A8D68F0C}"/>
    <dgm:cxn modelId="{42AED5AA-5DC0-49D2-B6E9-7D6E8DFD7A07}" type="presOf" srcId="{2A6170EB-F712-499D-83EE-773353BE3305}" destId="{BA964C5F-2369-48CF-A4CE-14C2160FBE0B}" srcOrd="0" destOrd="0" presId="urn:microsoft.com/office/officeart/2005/8/layout/process1"/>
    <dgm:cxn modelId="{220746AF-68D1-4AAC-B85D-CFFF7D08F02C}" type="presOf" srcId="{71D91BD0-09E9-4BB9-BAF1-9A2F8ACF81A8}" destId="{14B4323B-B743-4843-8954-692ACEEF564C}" srcOrd="1" destOrd="0" presId="urn:microsoft.com/office/officeart/2005/8/layout/process1"/>
    <dgm:cxn modelId="{25B5E5AF-228D-4887-A8BC-42B7CAD0D872}" type="presOf" srcId="{CF0837EB-7756-45DA-9BEE-68040427DBB1}" destId="{0920082C-709B-4102-A196-13D97B3709C8}" srcOrd="1" destOrd="0" presId="urn:microsoft.com/office/officeart/2005/8/layout/process1"/>
    <dgm:cxn modelId="{F0822ABA-3420-453D-96AB-8C05162EDA9B}" type="presOf" srcId="{D8498B0A-6257-406C-BAFC-819D62490311}" destId="{F8FDBA7F-52FA-4EA6-A8BF-FBC7F457AEAB}" srcOrd="1" destOrd="0" presId="urn:microsoft.com/office/officeart/2005/8/layout/process1"/>
    <dgm:cxn modelId="{B6AE1FCB-E02F-4795-8D3C-CB8FAB41F2E4}" type="presOf" srcId="{6DAF7FF0-8A57-4562-9A41-306E6127D798}" destId="{528DA61D-229A-4425-9625-197104D98AE8}" srcOrd="0" destOrd="0" presId="urn:microsoft.com/office/officeart/2005/8/layout/process1"/>
    <dgm:cxn modelId="{A59633CC-205B-45EE-A449-C01DD9B4A275}" type="presOf" srcId="{4B3F4B46-35CE-4DD9-89EB-4E8CE6529DB4}" destId="{727D88ED-67EC-4FE5-8869-ED21722F1385}" srcOrd="0" destOrd="0" presId="urn:microsoft.com/office/officeart/2005/8/layout/process1"/>
    <dgm:cxn modelId="{215996CC-CA09-4172-921D-536BF2391F38}" type="presOf" srcId="{CF0837EB-7756-45DA-9BEE-68040427DBB1}" destId="{C20ECBF4-4A9D-4E1E-932A-D41022C64F8A}" srcOrd="0" destOrd="0" presId="urn:microsoft.com/office/officeart/2005/8/layout/process1"/>
    <dgm:cxn modelId="{508B9AD8-D807-4605-B02E-CB765C0D91DE}" srcId="{2A6170EB-F712-499D-83EE-773353BE3305}" destId="{9B8FE7D9-3B65-44B4-AF35-E5FAEE7606F8}" srcOrd="6" destOrd="0" parTransId="{ED074E22-5C29-4DCC-B8BB-9E2F9EFD6B7B}" sibTransId="{0CC625CC-8C8B-489A-B483-D732D16C7A19}"/>
    <dgm:cxn modelId="{A9D416EE-1513-478D-AE4D-47FA38B6A266}" type="presOf" srcId="{C0C5913B-9A0C-49E8-892E-D03F54212C1A}" destId="{4B9BAF49-1508-4917-AA0E-D701E9840C96}" srcOrd="0" destOrd="0" presId="urn:microsoft.com/office/officeart/2005/8/layout/process1"/>
    <dgm:cxn modelId="{DC0CD8F0-2F6E-4E3D-97F8-1A2BAFE5E5ED}" type="presOf" srcId="{3E9337D1-1B9D-49DB-834A-004873D91582}" destId="{7157F014-144C-4139-AF85-888264AEB38A}" srcOrd="0" destOrd="0" presId="urn:microsoft.com/office/officeart/2005/8/layout/process1"/>
    <dgm:cxn modelId="{FB8A64F2-1105-4C9A-A876-3E27C932D03B}" srcId="{2A6170EB-F712-499D-83EE-773353BE3305}" destId="{921A75E3-6636-475C-94E3-6B02CCFF614F}" srcOrd="4" destOrd="0" parTransId="{4B6FF0E2-11DB-464F-97CC-68FF4DBCF72E}" sibTransId="{6DAF7FF0-8A57-4562-9A41-306E6127D798}"/>
    <dgm:cxn modelId="{A16C1FFA-6797-4F3A-A394-2AC962566182}" srcId="{2A6170EB-F712-499D-83EE-773353BE3305}" destId="{53FEBA03-8BE7-41E8-A586-B93EC70135F1}" srcOrd="3" destOrd="0" parTransId="{99AEB057-0B26-462E-A3E9-26B07EC14A91}" sibTransId="{71D91BD0-09E9-4BB9-BAF1-9A2F8ACF81A8}"/>
    <dgm:cxn modelId="{050801E1-FC41-4825-BB1F-F662B9538A9D}" type="presParOf" srcId="{BA964C5F-2369-48CF-A4CE-14C2160FBE0B}" destId="{4B9BAF49-1508-4917-AA0E-D701E9840C96}" srcOrd="0" destOrd="0" presId="urn:microsoft.com/office/officeart/2005/8/layout/process1"/>
    <dgm:cxn modelId="{3C8B8CFD-800F-488B-A042-6A68F5954DA4}" type="presParOf" srcId="{BA964C5F-2369-48CF-A4CE-14C2160FBE0B}" destId="{31D40BCC-5529-4C5C-B24A-4336F222A822}" srcOrd="1" destOrd="0" presId="urn:microsoft.com/office/officeart/2005/8/layout/process1"/>
    <dgm:cxn modelId="{A9B3C67B-9E6F-4E68-855A-236C78BC71DB}" type="presParOf" srcId="{31D40BCC-5529-4C5C-B24A-4336F222A822}" destId="{1BA6AE5C-EB29-4FDB-BD8B-6602BA6551E9}" srcOrd="0" destOrd="0" presId="urn:microsoft.com/office/officeart/2005/8/layout/process1"/>
    <dgm:cxn modelId="{09E0101E-C6B8-4C9A-A600-EC450DF725D9}" type="presParOf" srcId="{BA964C5F-2369-48CF-A4CE-14C2160FBE0B}" destId="{727D88ED-67EC-4FE5-8869-ED21722F1385}" srcOrd="2" destOrd="0" presId="urn:microsoft.com/office/officeart/2005/8/layout/process1"/>
    <dgm:cxn modelId="{E02F1BEC-F95B-45F4-8875-E7FF4F4A81E5}" type="presParOf" srcId="{BA964C5F-2369-48CF-A4CE-14C2160FBE0B}" destId="{1A165FCE-8022-4F89-A373-1876BC5CBE2E}" srcOrd="3" destOrd="0" presId="urn:microsoft.com/office/officeart/2005/8/layout/process1"/>
    <dgm:cxn modelId="{56CED8E5-A70A-4966-AF82-4890C7E46790}" type="presParOf" srcId="{1A165FCE-8022-4F89-A373-1876BC5CBE2E}" destId="{F8FDBA7F-52FA-4EA6-A8BF-FBC7F457AEAB}" srcOrd="0" destOrd="0" presId="urn:microsoft.com/office/officeart/2005/8/layout/process1"/>
    <dgm:cxn modelId="{73770996-1760-471B-B5E6-0B5E1209494F}" type="presParOf" srcId="{BA964C5F-2369-48CF-A4CE-14C2160FBE0B}" destId="{6E6FF7BB-61C7-48DD-AF5B-C42928236EAF}" srcOrd="4" destOrd="0" presId="urn:microsoft.com/office/officeart/2005/8/layout/process1"/>
    <dgm:cxn modelId="{93863BB9-A762-47FA-B17D-851D881AE22F}" type="presParOf" srcId="{BA964C5F-2369-48CF-A4CE-14C2160FBE0B}" destId="{8E7BD2D7-4727-4C0A-8316-0B7EE0268CD7}" srcOrd="5" destOrd="0" presId="urn:microsoft.com/office/officeart/2005/8/layout/process1"/>
    <dgm:cxn modelId="{1665C9CA-C9C9-49EE-93C2-DF62B0B36E41}" type="presParOf" srcId="{8E7BD2D7-4727-4C0A-8316-0B7EE0268CD7}" destId="{3A7CFA24-96AC-4DCD-A211-4146A7E9E4B0}" srcOrd="0" destOrd="0" presId="urn:microsoft.com/office/officeart/2005/8/layout/process1"/>
    <dgm:cxn modelId="{D1F4FDB2-EED1-42D7-B417-B5B7751E75FA}" type="presParOf" srcId="{BA964C5F-2369-48CF-A4CE-14C2160FBE0B}" destId="{B9F146FE-B6B6-4232-A131-2A2FA50D82A1}" srcOrd="6" destOrd="0" presId="urn:microsoft.com/office/officeart/2005/8/layout/process1"/>
    <dgm:cxn modelId="{0706A990-E959-4FEB-8837-25C9B2567BF8}" type="presParOf" srcId="{BA964C5F-2369-48CF-A4CE-14C2160FBE0B}" destId="{FB0848B0-DB0D-4E1F-82BD-5DDFC78C9DFC}" srcOrd="7" destOrd="0" presId="urn:microsoft.com/office/officeart/2005/8/layout/process1"/>
    <dgm:cxn modelId="{9D03AD09-AB6E-4CEC-94E3-5E304093C030}" type="presParOf" srcId="{FB0848B0-DB0D-4E1F-82BD-5DDFC78C9DFC}" destId="{14B4323B-B743-4843-8954-692ACEEF564C}" srcOrd="0" destOrd="0" presId="urn:microsoft.com/office/officeart/2005/8/layout/process1"/>
    <dgm:cxn modelId="{A8022AE9-AFA9-4FC6-A880-111114F2B53B}" type="presParOf" srcId="{BA964C5F-2369-48CF-A4CE-14C2160FBE0B}" destId="{9E97FECB-E34F-4C77-96CA-237663E0C4B5}" srcOrd="8" destOrd="0" presId="urn:microsoft.com/office/officeart/2005/8/layout/process1"/>
    <dgm:cxn modelId="{F35EA39B-9D33-47E9-AE6B-40E9D1162B40}" type="presParOf" srcId="{BA964C5F-2369-48CF-A4CE-14C2160FBE0B}" destId="{528DA61D-229A-4425-9625-197104D98AE8}" srcOrd="9" destOrd="0" presId="urn:microsoft.com/office/officeart/2005/8/layout/process1"/>
    <dgm:cxn modelId="{EE5C8675-22A8-45A2-919C-0D8695DC9C9C}" type="presParOf" srcId="{528DA61D-229A-4425-9625-197104D98AE8}" destId="{80D78C1B-4B72-4B3D-82F8-9F1CF77A1591}" srcOrd="0" destOrd="0" presId="urn:microsoft.com/office/officeart/2005/8/layout/process1"/>
    <dgm:cxn modelId="{BD45D8C1-05C1-466F-A405-C93192A26A13}" type="presParOf" srcId="{BA964C5F-2369-48CF-A4CE-14C2160FBE0B}" destId="{0B05CF4D-29D2-4507-BD07-40439B67B495}" srcOrd="10" destOrd="0" presId="urn:microsoft.com/office/officeart/2005/8/layout/process1"/>
    <dgm:cxn modelId="{6B943662-A3F2-4EB8-A954-466B0371DE5F}" type="presParOf" srcId="{BA964C5F-2369-48CF-A4CE-14C2160FBE0B}" destId="{82280339-27A9-4545-A7F0-D87D9A474BA9}" srcOrd="11" destOrd="0" presId="urn:microsoft.com/office/officeart/2005/8/layout/process1"/>
    <dgm:cxn modelId="{0DC1FC9F-642D-4797-A10F-4751C4747615}" type="presParOf" srcId="{82280339-27A9-4545-A7F0-D87D9A474BA9}" destId="{FB5C4E9C-EF1A-4F9D-84AF-ABED9594C3FB}" srcOrd="0" destOrd="0" presId="urn:microsoft.com/office/officeart/2005/8/layout/process1"/>
    <dgm:cxn modelId="{47E0C458-F8B4-4626-82DE-4B38BC2A6FE9}" type="presParOf" srcId="{BA964C5F-2369-48CF-A4CE-14C2160FBE0B}" destId="{282DB87A-61F9-404D-BE65-4B8C18795C09}" srcOrd="12" destOrd="0" presId="urn:microsoft.com/office/officeart/2005/8/layout/process1"/>
    <dgm:cxn modelId="{A99821DE-2F1F-4C6C-AE46-60DAC2770B46}" type="presParOf" srcId="{BA964C5F-2369-48CF-A4CE-14C2160FBE0B}" destId="{FD833EFF-B901-4785-ADC6-9994565C81F7}" srcOrd="13" destOrd="0" presId="urn:microsoft.com/office/officeart/2005/8/layout/process1"/>
    <dgm:cxn modelId="{C8923471-29A9-4CB1-86D9-EE6073C79029}" type="presParOf" srcId="{FD833EFF-B901-4785-ADC6-9994565C81F7}" destId="{58857B7B-0E02-4C7C-8A73-E15480431A93}" srcOrd="0" destOrd="0" presId="urn:microsoft.com/office/officeart/2005/8/layout/process1"/>
    <dgm:cxn modelId="{47C1D65F-7F73-4575-939F-C1FDC12C953D}" type="presParOf" srcId="{BA964C5F-2369-48CF-A4CE-14C2160FBE0B}" destId="{925D5CC3-7755-451B-9890-18BF0A88974C}" srcOrd="14" destOrd="0" presId="urn:microsoft.com/office/officeart/2005/8/layout/process1"/>
    <dgm:cxn modelId="{F8CFC147-4D0A-49B1-BA12-D0148F9285F5}" type="presParOf" srcId="{BA964C5F-2369-48CF-A4CE-14C2160FBE0B}" destId="{C20ECBF4-4A9D-4E1E-932A-D41022C64F8A}" srcOrd="15" destOrd="0" presId="urn:microsoft.com/office/officeart/2005/8/layout/process1"/>
    <dgm:cxn modelId="{CF5AD4F0-2178-457B-8E3C-C32307BBF4CE}" type="presParOf" srcId="{C20ECBF4-4A9D-4E1E-932A-D41022C64F8A}" destId="{0920082C-709B-4102-A196-13D97B3709C8}" srcOrd="0" destOrd="0" presId="urn:microsoft.com/office/officeart/2005/8/layout/process1"/>
    <dgm:cxn modelId="{37DC5925-0B9E-478F-8A95-1FF3DE49421F}" type="presParOf" srcId="{BA964C5F-2369-48CF-A4CE-14C2160FBE0B}" destId="{7157F014-144C-4139-AF85-888264AEB38A}" srcOrd="1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6170EB-F712-499D-83EE-773353BE330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0C5913B-9A0C-49E8-892E-D03F54212C1A}">
      <dgm:prSet phldrT="[Texto]" custT="1"/>
      <dgm:spPr/>
      <dgm:t>
        <a:bodyPr/>
        <a:lstStyle/>
        <a:p>
          <a:r>
            <a:rPr lang="pt-BR" sz="1400" b="1" dirty="0" err="1"/>
            <a:t>LoopBack</a:t>
          </a:r>
          <a:endParaRPr lang="pt-BR" sz="1400" b="1" dirty="0"/>
        </a:p>
      </dgm:t>
    </dgm:pt>
    <dgm:pt modelId="{2E5D08A0-3C28-4CA2-A96B-7656AA74F972}" type="parTrans" cxnId="{6FF4C599-A89D-490F-B007-7EC1B58A1917}">
      <dgm:prSet/>
      <dgm:spPr/>
      <dgm:t>
        <a:bodyPr/>
        <a:lstStyle/>
        <a:p>
          <a:endParaRPr lang="pt-BR" sz="1400" b="1"/>
        </a:p>
      </dgm:t>
    </dgm:pt>
    <dgm:pt modelId="{3813C335-5C8E-4E28-905F-64B5A5630136}" type="sibTrans" cxnId="{6FF4C599-A89D-490F-B007-7EC1B58A1917}">
      <dgm:prSet custT="1"/>
      <dgm:spPr/>
      <dgm:t>
        <a:bodyPr/>
        <a:lstStyle/>
        <a:p>
          <a:endParaRPr lang="pt-BR" sz="1400" b="1"/>
        </a:p>
      </dgm:t>
    </dgm:pt>
    <dgm:pt modelId="{4B3F4B46-35CE-4DD9-89EB-4E8CE6529DB4}">
      <dgm:prSet phldrT="[Texto]" custT="1"/>
      <dgm:spPr/>
      <dgm:t>
        <a:bodyPr/>
        <a:lstStyle/>
        <a:p>
          <a:r>
            <a:rPr lang="pt-BR" sz="1400" b="1" dirty="0" err="1"/>
            <a:t>Client</a:t>
          </a:r>
          <a:r>
            <a:rPr lang="pt-BR" sz="1400" b="1" dirty="0"/>
            <a:t>-Server</a:t>
          </a:r>
        </a:p>
      </dgm:t>
    </dgm:pt>
    <dgm:pt modelId="{9061F496-D71A-4B63-96B8-A104CD730D79}" type="parTrans" cxnId="{BF1F7071-E244-4087-96B7-62437726CF8D}">
      <dgm:prSet/>
      <dgm:spPr/>
      <dgm:t>
        <a:bodyPr/>
        <a:lstStyle/>
        <a:p>
          <a:endParaRPr lang="pt-BR" sz="1400" b="1"/>
        </a:p>
      </dgm:t>
    </dgm:pt>
    <dgm:pt modelId="{D8498B0A-6257-406C-BAFC-819D62490311}" type="sibTrans" cxnId="{BF1F7071-E244-4087-96B7-62437726CF8D}">
      <dgm:prSet custT="1"/>
      <dgm:spPr/>
      <dgm:t>
        <a:bodyPr/>
        <a:lstStyle/>
        <a:p>
          <a:endParaRPr lang="pt-BR" sz="1400" b="1"/>
        </a:p>
      </dgm:t>
    </dgm:pt>
    <dgm:pt modelId="{6C3685A4-5BC4-48DD-8DA5-709A3F0907E6}">
      <dgm:prSet phldrT="[Texto]" custT="1"/>
      <dgm:spPr/>
      <dgm:t>
        <a:bodyPr/>
        <a:lstStyle/>
        <a:p>
          <a:r>
            <a:rPr lang="pt-BR" sz="1400" b="1" dirty="0"/>
            <a:t>Datagrama</a:t>
          </a:r>
        </a:p>
      </dgm:t>
    </dgm:pt>
    <dgm:pt modelId="{B3CDEA09-A7FB-4113-86CA-65BBCBB07F45}" type="parTrans" cxnId="{AACE944E-D952-4EF3-8FB8-9FD994897020}">
      <dgm:prSet/>
      <dgm:spPr/>
      <dgm:t>
        <a:bodyPr/>
        <a:lstStyle/>
        <a:p>
          <a:endParaRPr lang="pt-BR" sz="1400" b="1"/>
        </a:p>
      </dgm:t>
    </dgm:pt>
    <dgm:pt modelId="{28FA7BE4-C3A4-43C0-949E-6237AD484BEE}" type="sibTrans" cxnId="{AACE944E-D952-4EF3-8FB8-9FD994897020}">
      <dgm:prSet custT="1"/>
      <dgm:spPr/>
      <dgm:t>
        <a:bodyPr/>
        <a:lstStyle/>
        <a:p>
          <a:endParaRPr lang="pt-BR" sz="1400" b="1"/>
        </a:p>
      </dgm:t>
    </dgm:pt>
    <dgm:pt modelId="{53FEBA03-8BE7-41E8-A586-B93EC70135F1}">
      <dgm:prSet custT="1"/>
      <dgm:spPr/>
      <dgm:t>
        <a:bodyPr/>
        <a:lstStyle/>
        <a:p>
          <a:r>
            <a:rPr lang="pt-BR" sz="1400" b="1" dirty="0"/>
            <a:t>CRC</a:t>
          </a:r>
        </a:p>
      </dgm:t>
    </dgm:pt>
    <dgm:pt modelId="{99AEB057-0B26-462E-A3E9-26B07EC14A91}" type="parTrans" cxnId="{A16C1FFA-6797-4F3A-A394-2AC962566182}">
      <dgm:prSet/>
      <dgm:spPr/>
      <dgm:t>
        <a:bodyPr/>
        <a:lstStyle/>
        <a:p>
          <a:endParaRPr lang="pt-BR" sz="1400" b="1"/>
        </a:p>
      </dgm:t>
    </dgm:pt>
    <dgm:pt modelId="{71D91BD0-09E9-4BB9-BAF1-9A2F8ACF81A8}" type="sibTrans" cxnId="{A16C1FFA-6797-4F3A-A394-2AC962566182}">
      <dgm:prSet custT="1"/>
      <dgm:spPr/>
      <dgm:t>
        <a:bodyPr/>
        <a:lstStyle/>
        <a:p>
          <a:endParaRPr lang="pt-BR" sz="1400" b="1"/>
        </a:p>
      </dgm:t>
    </dgm:pt>
    <dgm:pt modelId="{921A75E3-6636-475C-94E3-6B02CCFF614F}">
      <dgm:prSet custT="1"/>
      <dgm:spPr/>
      <dgm:t>
        <a:bodyPr/>
        <a:lstStyle/>
        <a:p>
          <a:r>
            <a:rPr lang="pt-BR" sz="1400" b="1" dirty="0"/>
            <a:t>Serialização em baixo nível</a:t>
          </a:r>
        </a:p>
      </dgm:t>
    </dgm:pt>
    <dgm:pt modelId="{4B6FF0E2-11DB-464F-97CC-68FF4DBCF72E}" type="parTrans" cxnId="{FB8A64F2-1105-4C9A-A876-3E27C932D03B}">
      <dgm:prSet/>
      <dgm:spPr/>
      <dgm:t>
        <a:bodyPr/>
        <a:lstStyle/>
        <a:p>
          <a:endParaRPr lang="pt-BR" sz="1400" b="1"/>
        </a:p>
      </dgm:t>
    </dgm:pt>
    <dgm:pt modelId="{6DAF7FF0-8A57-4562-9A41-306E6127D798}" type="sibTrans" cxnId="{FB8A64F2-1105-4C9A-A876-3E27C932D03B}">
      <dgm:prSet custT="1"/>
      <dgm:spPr/>
      <dgm:t>
        <a:bodyPr/>
        <a:lstStyle/>
        <a:p>
          <a:endParaRPr lang="pt-BR" sz="1400" b="1"/>
        </a:p>
      </dgm:t>
    </dgm:pt>
    <dgm:pt modelId="{A14620DD-84C8-4074-B9A4-8BCAEA6CB411}">
      <dgm:prSet custT="1"/>
      <dgm:spPr/>
      <dgm:t>
        <a:bodyPr/>
        <a:lstStyle/>
        <a:p>
          <a:r>
            <a:rPr lang="pt-BR" sz="1400" b="1" dirty="0"/>
            <a:t>DTMF</a:t>
          </a:r>
        </a:p>
      </dgm:t>
    </dgm:pt>
    <dgm:pt modelId="{CC82FEA1-DDCE-4860-8E4C-96E8BDECD1E5}" type="parTrans" cxnId="{100B8DA3-BF9A-47CF-B2D1-6DCB5BC6C185}">
      <dgm:prSet/>
      <dgm:spPr/>
      <dgm:t>
        <a:bodyPr/>
        <a:lstStyle/>
        <a:p>
          <a:endParaRPr lang="pt-BR" sz="1400" b="1"/>
        </a:p>
      </dgm:t>
    </dgm:pt>
    <dgm:pt modelId="{09963C5F-06F6-46A4-9A6D-0058952F0E26}" type="sibTrans" cxnId="{100B8DA3-BF9A-47CF-B2D1-6DCB5BC6C185}">
      <dgm:prSet custT="1"/>
      <dgm:spPr/>
      <dgm:t>
        <a:bodyPr/>
        <a:lstStyle/>
        <a:p>
          <a:endParaRPr lang="pt-BR" sz="1400" b="1"/>
        </a:p>
      </dgm:t>
    </dgm:pt>
    <dgm:pt modelId="{4EE05AAF-181F-4724-B899-B23A2ADB7051}">
      <dgm:prSet custT="1"/>
      <dgm:spPr/>
      <dgm:t>
        <a:bodyPr/>
        <a:lstStyle/>
        <a:p>
          <a:r>
            <a:rPr lang="pt-BR" sz="1400" b="1" dirty="0"/>
            <a:t>Filtros digitais </a:t>
          </a:r>
        </a:p>
      </dgm:t>
    </dgm:pt>
    <dgm:pt modelId="{992D5F75-0099-43DE-B830-F10727CF62A9}" type="parTrans" cxnId="{70DAD55C-85EC-48CC-8C0D-C1C1990465C8}">
      <dgm:prSet/>
      <dgm:spPr/>
      <dgm:t>
        <a:bodyPr/>
        <a:lstStyle/>
        <a:p>
          <a:endParaRPr lang="pt-BR" sz="1400" b="1"/>
        </a:p>
      </dgm:t>
    </dgm:pt>
    <dgm:pt modelId="{94CE4744-A5E1-43A2-8E14-7535F0D2DFF0}" type="sibTrans" cxnId="{70DAD55C-85EC-48CC-8C0D-C1C1990465C8}">
      <dgm:prSet custT="1"/>
      <dgm:spPr/>
      <dgm:t>
        <a:bodyPr/>
        <a:lstStyle/>
        <a:p>
          <a:endParaRPr lang="pt-BR" sz="1400" b="1"/>
        </a:p>
      </dgm:t>
    </dgm:pt>
    <dgm:pt modelId="{3E9337D1-1B9D-49DB-834A-004873D91582}">
      <dgm:prSet custT="1"/>
      <dgm:spPr>
        <a:solidFill>
          <a:srgbClr val="FF0000"/>
        </a:solidFill>
      </dgm:spPr>
      <dgm:t>
        <a:bodyPr/>
        <a:lstStyle/>
        <a:p>
          <a:r>
            <a:rPr lang="pt-BR" sz="1400" b="1" dirty="0">
              <a:solidFill>
                <a:schemeClr val="bg1"/>
              </a:solidFill>
            </a:rPr>
            <a:t>Produção científica</a:t>
          </a:r>
        </a:p>
      </dgm:t>
    </dgm:pt>
    <dgm:pt modelId="{C0E000E4-16FB-48E7-9774-0F25373930E0}" type="parTrans" cxnId="{916DA2A7-AEAA-4B68-8CEA-88E3D5A69D6D}">
      <dgm:prSet/>
      <dgm:spPr/>
      <dgm:t>
        <a:bodyPr/>
        <a:lstStyle/>
        <a:p>
          <a:endParaRPr lang="pt-BR" sz="1400" b="1"/>
        </a:p>
      </dgm:t>
    </dgm:pt>
    <dgm:pt modelId="{941AA937-A977-433F-AE3D-C662A8D68F0C}" type="sibTrans" cxnId="{916DA2A7-AEAA-4B68-8CEA-88E3D5A69D6D}">
      <dgm:prSet/>
      <dgm:spPr/>
      <dgm:t>
        <a:bodyPr/>
        <a:lstStyle/>
        <a:p>
          <a:endParaRPr lang="pt-BR" sz="1400" b="1"/>
        </a:p>
      </dgm:t>
    </dgm:pt>
    <dgm:pt modelId="{9B8FE7D9-3B65-44B4-AF35-E5FAEE7606F8}">
      <dgm:prSet custT="1"/>
      <dgm:spPr/>
      <dgm:t>
        <a:bodyPr/>
        <a:lstStyle/>
        <a:p>
          <a:r>
            <a:rPr lang="pt-BR" sz="1200" dirty="0"/>
            <a:t>Modulação AM</a:t>
          </a:r>
        </a:p>
      </dgm:t>
    </dgm:pt>
    <dgm:pt modelId="{ED074E22-5C29-4DCC-B8BB-9E2F9EFD6B7B}" type="parTrans" cxnId="{508B9AD8-D807-4605-B02E-CB765C0D91DE}">
      <dgm:prSet/>
      <dgm:spPr/>
      <dgm:t>
        <a:bodyPr/>
        <a:lstStyle/>
        <a:p>
          <a:endParaRPr lang="pt-BR"/>
        </a:p>
      </dgm:t>
    </dgm:pt>
    <dgm:pt modelId="{0CC625CC-8C8B-489A-B483-D732D16C7A19}" type="sibTrans" cxnId="{508B9AD8-D807-4605-B02E-CB765C0D91DE}">
      <dgm:prSet/>
      <dgm:spPr/>
      <dgm:t>
        <a:bodyPr/>
        <a:lstStyle/>
        <a:p>
          <a:endParaRPr lang="pt-BR"/>
        </a:p>
      </dgm:t>
    </dgm:pt>
    <dgm:pt modelId="{BA964C5F-2369-48CF-A4CE-14C2160FBE0B}" type="pres">
      <dgm:prSet presAssocID="{2A6170EB-F712-499D-83EE-773353BE3305}" presName="Name0" presStyleCnt="0">
        <dgm:presLayoutVars>
          <dgm:dir/>
          <dgm:resizeHandles val="exact"/>
        </dgm:presLayoutVars>
      </dgm:prSet>
      <dgm:spPr/>
    </dgm:pt>
    <dgm:pt modelId="{4B9BAF49-1508-4917-AA0E-D701E9840C96}" type="pres">
      <dgm:prSet presAssocID="{C0C5913B-9A0C-49E8-892E-D03F54212C1A}" presName="node" presStyleLbl="node1" presStyleIdx="0" presStyleCnt="9">
        <dgm:presLayoutVars>
          <dgm:bulletEnabled val="1"/>
        </dgm:presLayoutVars>
      </dgm:prSet>
      <dgm:spPr/>
    </dgm:pt>
    <dgm:pt modelId="{31D40BCC-5529-4C5C-B24A-4336F222A822}" type="pres">
      <dgm:prSet presAssocID="{3813C335-5C8E-4E28-905F-64B5A5630136}" presName="sibTrans" presStyleLbl="sibTrans2D1" presStyleIdx="0" presStyleCnt="8"/>
      <dgm:spPr/>
    </dgm:pt>
    <dgm:pt modelId="{1BA6AE5C-EB29-4FDB-BD8B-6602BA6551E9}" type="pres">
      <dgm:prSet presAssocID="{3813C335-5C8E-4E28-905F-64B5A5630136}" presName="connectorText" presStyleLbl="sibTrans2D1" presStyleIdx="0" presStyleCnt="8"/>
      <dgm:spPr/>
    </dgm:pt>
    <dgm:pt modelId="{727D88ED-67EC-4FE5-8869-ED21722F1385}" type="pres">
      <dgm:prSet presAssocID="{4B3F4B46-35CE-4DD9-89EB-4E8CE6529DB4}" presName="node" presStyleLbl="node1" presStyleIdx="1" presStyleCnt="9">
        <dgm:presLayoutVars>
          <dgm:bulletEnabled val="1"/>
        </dgm:presLayoutVars>
      </dgm:prSet>
      <dgm:spPr/>
    </dgm:pt>
    <dgm:pt modelId="{1A165FCE-8022-4F89-A373-1876BC5CBE2E}" type="pres">
      <dgm:prSet presAssocID="{D8498B0A-6257-406C-BAFC-819D62490311}" presName="sibTrans" presStyleLbl="sibTrans2D1" presStyleIdx="1" presStyleCnt="8"/>
      <dgm:spPr/>
    </dgm:pt>
    <dgm:pt modelId="{F8FDBA7F-52FA-4EA6-A8BF-FBC7F457AEAB}" type="pres">
      <dgm:prSet presAssocID="{D8498B0A-6257-406C-BAFC-819D62490311}" presName="connectorText" presStyleLbl="sibTrans2D1" presStyleIdx="1" presStyleCnt="8"/>
      <dgm:spPr/>
    </dgm:pt>
    <dgm:pt modelId="{6E6FF7BB-61C7-48DD-AF5B-C42928236EAF}" type="pres">
      <dgm:prSet presAssocID="{6C3685A4-5BC4-48DD-8DA5-709A3F0907E6}" presName="node" presStyleLbl="node1" presStyleIdx="2" presStyleCnt="9" custScaleX="123646">
        <dgm:presLayoutVars>
          <dgm:bulletEnabled val="1"/>
        </dgm:presLayoutVars>
      </dgm:prSet>
      <dgm:spPr/>
    </dgm:pt>
    <dgm:pt modelId="{8E7BD2D7-4727-4C0A-8316-0B7EE0268CD7}" type="pres">
      <dgm:prSet presAssocID="{28FA7BE4-C3A4-43C0-949E-6237AD484BEE}" presName="sibTrans" presStyleLbl="sibTrans2D1" presStyleIdx="2" presStyleCnt="8"/>
      <dgm:spPr/>
    </dgm:pt>
    <dgm:pt modelId="{3A7CFA24-96AC-4DCD-A211-4146A7E9E4B0}" type="pres">
      <dgm:prSet presAssocID="{28FA7BE4-C3A4-43C0-949E-6237AD484BEE}" presName="connectorText" presStyleLbl="sibTrans2D1" presStyleIdx="2" presStyleCnt="8"/>
      <dgm:spPr/>
    </dgm:pt>
    <dgm:pt modelId="{B9F146FE-B6B6-4232-A131-2A2FA50D82A1}" type="pres">
      <dgm:prSet presAssocID="{53FEBA03-8BE7-41E8-A586-B93EC70135F1}" presName="node" presStyleLbl="node1" presStyleIdx="3" presStyleCnt="9" custScaleX="68473">
        <dgm:presLayoutVars>
          <dgm:bulletEnabled val="1"/>
        </dgm:presLayoutVars>
      </dgm:prSet>
      <dgm:spPr/>
    </dgm:pt>
    <dgm:pt modelId="{FB0848B0-DB0D-4E1F-82BD-5DDFC78C9DFC}" type="pres">
      <dgm:prSet presAssocID="{71D91BD0-09E9-4BB9-BAF1-9A2F8ACF81A8}" presName="sibTrans" presStyleLbl="sibTrans2D1" presStyleIdx="3" presStyleCnt="8"/>
      <dgm:spPr/>
    </dgm:pt>
    <dgm:pt modelId="{14B4323B-B743-4843-8954-692ACEEF564C}" type="pres">
      <dgm:prSet presAssocID="{71D91BD0-09E9-4BB9-BAF1-9A2F8ACF81A8}" presName="connectorText" presStyleLbl="sibTrans2D1" presStyleIdx="3" presStyleCnt="8"/>
      <dgm:spPr/>
    </dgm:pt>
    <dgm:pt modelId="{9E97FECB-E34F-4C77-96CA-237663E0C4B5}" type="pres">
      <dgm:prSet presAssocID="{921A75E3-6636-475C-94E3-6B02CCFF614F}" presName="node" presStyleLbl="node1" presStyleIdx="4" presStyleCnt="9" custScaleX="129722">
        <dgm:presLayoutVars>
          <dgm:bulletEnabled val="1"/>
        </dgm:presLayoutVars>
      </dgm:prSet>
      <dgm:spPr/>
    </dgm:pt>
    <dgm:pt modelId="{528DA61D-229A-4425-9625-197104D98AE8}" type="pres">
      <dgm:prSet presAssocID="{6DAF7FF0-8A57-4562-9A41-306E6127D798}" presName="sibTrans" presStyleLbl="sibTrans2D1" presStyleIdx="4" presStyleCnt="8"/>
      <dgm:spPr/>
    </dgm:pt>
    <dgm:pt modelId="{80D78C1B-4B72-4B3D-82F8-9F1CF77A1591}" type="pres">
      <dgm:prSet presAssocID="{6DAF7FF0-8A57-4562-9A41-306E6127D798}" presName="connectorText" presStyleLbl="sibTrans2D1" presStyleIdx="4" presStyleCnt="8"/>
      <dgm:spPr/>
    </dgm:pt>
    <dgm:pt modelId="{0B05CF4D-29D2-4507-BD07-40439B67B495}" type="pres">
      <dgm:prSet presAssocID="{A14620DD-84C8-4074-B9A4-8BCAEA6CB411}" presName="node" presStyleLbl="node1" presStyleIdx="5" presStyleCnt="9" custScaleX="71194">
        <dgm:presLayoutVars>
          <dgm:bulletEnabled val="1"/>
        </dgm:presLayoutVars>
      </dgm:prSet>
      <dgm:spPr/>
    </dgm:pt>
    <dgm:pt modelId="{82280339-27A9-4545-A7F0-D87D9A474BA9}" type="pres">
      <dgm:prSet presAssocID="{09963C5F-06F6-46A4-9A6D-0058952F0E26}" presName="sibTrans" presStyleLbl="sibTrans2D1" presStyleIdx="5" presStyleCnt="8"/>
      <dgm:spPr/>
    </dgm:pt>
    <dgm:pt modelId="{FB5C4E9C-EF1A-4F9D-84AF-ABED9594C3FB}" type="pres">
      <dgm:prSet presAssocID="{09963C5F-06F6-46A4-9A6D-0058952F0E26}" presName="connectorText" presStyleLbl="sibTrans2D1" presStyleIdx="5" presStyleCnt="8"/>
      <dgm:spPr/>
    </dgm:pt>
    <dgm:pt modelId="{282DB87A-61F9-404D-BE65-4B8C18795C09}" type="pres">
      <dgm:prSet presAssocID="{9B8FE7D9-3B65-44B4-AF35-E5FAEE7606F8}" presName="node" presStyleLbl="node1" presStyleIdx="6" presStyleCnt="9">
        <dgm:presLayoutVars>
          <dgm:bulletEnabled val="1"/>
        </dgm:presLayoutVars>
      </dgm:prSet>
      <dgm:spPr/>
    </dgm:pt>
    <dgm:pt modelId="{FD833EFF-B901-4785-ADC6-9994565C81F7}" type="pres">
      <dgm:prSet presAssocID="{0CC625CC-8C8B-489A-B483-D732D16C7A19}" presName="sibTrans" presStyleLbl="sibTrans2D1" presStyleIdx="6" presStyleCnt="8"/>
      <dgm:spPr/>
    </dgm:pt>
    <dgm:pt modelId="{58857B7B-0E02-4C7C-8A73-E15480431A93}" type="pres">
      <dgm:prSet presAssocID="{0CC625CC-8C8B-489A-B483-D732D16C7A19}" presName="connectorText" presStyleLbl="sibTrans2D1" presStyleIdx="6" presStyleCnt="8"/>
      <dgm:spPr/>
    </dgm:pt>
    <dgm:pt modelId="{103803F3-5CD1-4DAD-B9D1-3A60D7BF361D}" type="pres">
      <dgm:prSet presAssocID="{4EE05AAF-181F-4724-B899-B23A2ADB7051}" presName="node" presStyleLbl="node1" presStyleIdx="7" presStyleCnt="9" custScaleX="105884" custScaleY="97993" custLinFactNeighborX="-7060" custLinFactNeighborY="1799">
        <dgm:presLayoutVars>
          <dgm:bulletEnabled val="1"/>
        </dgm:presLayoutVars>
      </dgm:prSet>
      <dgm:spPr/>
    </dgm:pt>
    <dgm:pt modelId="{4CC07F55-735C-453B-90CB-FADEDADCAA93}" type="pres">
      <dgm:prSet presAssocID="{94CE4744-A5E1-43A2-8E14-7535F0D2DFF0}" presName="sibTrans" presStyleLbl="sibTrans2D1" presStyleIdx="7" presStyleCnt="8"/>
      <dgm:spPr/>
    </dgm:pt>
    <dgm:pt modelId="{5AB42F7C-3487-4F57-B87D-E7EE76350079}" type="pres">
      <dgm:prSet presAssocID="{94CE4744-A5E1-43A2-8E14-7535F0D2DFF0}" presName="connectorText" presStyleLbl="sibTrans2D1" presStyleIdx="7" presStyleCnt="8"/>
      <dgm:spPr/>
    </dgm:pt>
    <dgm:pt modelId="{7157F014-144C-4139-AF85-888264AEB38A}" type="pres">
      <dgm:prSet presAssocID="{3E9337D1-1B9D-49DB-834A-004873D91582}" presName="node" presStyleLbl="node1" presStyleIdx="8" presStyleCnt="9" custLinFactNeighborX="2467" custLinFactNeighborY="-3028">
        <dgm:presLayoutVars>
          <dgm:bulletEnabled val="1"/>
        </dgm:presLayoutVars>
      </dgm:prSet>
      <dgm:spPr/>
    </dgm:pt>
  </dgm:ptLst>
  <dgm:cxnLst>
    <dgm:cxn modelId="{31D1500C-7EFC-4D6B-8A37-F049C7227D5C}" type="presOf" srcId="{09963C5F-06F6-46A4-9A6D-0058952F0E26}" destId="{FB5C4E9C-EF1A-4F9D-84AF-ABED9594C3FB}" srcOrd="1" destOrd="0" presId="urn:microsoft.com/office/officeart/2005/8/layout/process1"/>
    <dgm:cxn modelId="{25D14110-1CF8-4321-8776-97560BA7EC89}" type="presOf" srcId="{09963C5F-06F6-46A4-9A6D-0058952F0E26}" destId="{82280339-27A9-4545-A7F0-D87D9A474BA9}" srcOrd="0" destOrd="0" presId="urn:microsoft.com/office/officeart/2005/8/layout/process1"/>
    <dgm:cxn modelId="{C0C9D813-1B58-4BE9-A129-81385689D62B}" type="presOf" srcId="{71D91BD0-09E9-4BB9-BAF1-9A2F8ACF81A8}" destId="{FB0848B0-DB0D-4E1F-82BD-5DDFC78C9DFC}" srcOrd="0" destOrd="0" presId="urn:microsoft.com/office/officeart/2005/8/layout/process1"/>
    <dgm:cxn modelId="{639B781C-DA32-4D40-9B2F-49D204339C2E}" type="presOf" srcId="{3813C335-5C8E-4E28-905F-64B5A5630136}" destId="{31D40BCC-5529-4C5C-B24A-4336F222A822}" srcOrd="0" destOrd="0" presId="urn:microsoft.com/office/officeart/2005/8/layout/process1"/>
    <dgm:cxn modelId="{E069BE23-06A6-4A36-B3DE-7A93BDFC95E8}" type="presOf" srcId="{3813C335-5C8E-4E28-905F-64B5A5630136}" destId="{1BA6AE5C-EB29-4FDB-BD8B-6602BA6551E9}" srcOrd="1" destOrd="0" presId="urn:microsoft.com/office/officeart/2005/8/layout/process1"/>
    <dgm:cxn modelId="{13DB2E26-461D-4A0F-A776-3850C7F2DC3B}" type="presOf" srcId="{4EE05AAF-181F-4724-B899-B23A2ADB7051}" destId="{103803F3-5CD1-4DAD-B9D1-3A60D7BF361D}" srcOrd="0" destOrd="0" presId="urn:microsoft.com/office/officeart/2005/8/layout/process1"/>
    <dgm:cxn modelId="{22689C29-26E4-4CB3-A951-0FC5AA562777}" type="presOf" srcId="{921A75E3-6636-475C-94E3-6B02CCFF614F}" destId="{9E97FECB-E34F-4C77-96CA-237663E0C4B5}" srcOrd="0" destOrd="0" presId="urn:microsoft.com/office/officeart/2005/8/layout/process1"/>
    <dgm:cxn modelId="{E83CC133-83B1-4CCE-B9C0-CD557AD84112}" type="presOf" srcId="{28FA7BE4-C3A4-43C0-949E-6237AD484BEE}" destId="{8E7BD2D7-4727-4C0A-8316-0B7EE0268CD7}" srcOrd="0" destOrd="0" presId="urn:microsoft.com/office/officeart/2005/8/layout/process1"/>
    <dgm:cxn modelId="{07336234-B920-4FAF-BBDE-B6D96617C931}" type="presOf" srcId="{6C3685A4-5BC4-48DD-8DA5-709A3F0907E6}" destId="{6E6FF7BB-61C7-48DD-AF5B-C42928236EAF}" srcOrd="0" destOrd="0" presId="urn:microsoft.com/office/officeart/2005/8/layout/process1"/>
    <dgm:cxn modelId="{DC59B238-2522-486F-AE7F-129E7DA567CF}" type="presOf" srcId="{28FA7BE4-C3A4-43C0-949E-6237AD484BEE}" destId="{3A7CFA24-96AC-4DCD-A211-4146A7E9E4B0}" srcOrd="1" destOrd="0" presId="urn:microsoft.com/office/officeart/2005/8/layout/process1"/>
    <dgm:cxn modelId="{37A31F39-6AC5-4FF3-A70D-E648BB2AB60F}" type="presOf" srcId="{94CE4744-A5E1-43A2-8E14-7535F0D2DFF0}" destId="{4CC07F55-735C-453B-90CB-FADEDADCAA93}" srcOrd="0" destOrd="0" presId="urn:microsoft.com/office/officeart/2005/8/layout/process1"/>
    <dgm:cxn modelId="{70DAD55C-85EC-48CC-8C0D-C1C1990465C8}" srcId="{2A6170EB-F712-499D-83EE-773353BE3305}" destId="{4EE05AAF-181F-4724-B899-B23A2ADB7051}" srcOrd="7" destOrd="0" parTransId="{992D5F75-0099-43DE-B830-F10727CF62A9}" sibTransId="{94CE4744-A5E1-43A2-8E14-7535F0D2DFF0}"/>
    <dgm:cxn modelId="{1A4D2560-17DD-4C41-8522-8380E8A07643}" type="presOf" srcId="{53FEBA03-8BE7-41E8-A586-B93EC70135F1}" destId="{B9F146FE-B6B6-4232-A131-2A2FA50D82A1}" srcOrd="0" destOrd="0" presId="urn:microsoft.com/office/officeart/2005/8/layout/process1"/>
    <dgm:cxn modelId="{2E3BB262-B10E-4E15-991E-A1573FCEB145}" type="presOf" srcId="{0CC625CC-8C8B-489A-B483-D732D16C7A19}" destId="{FD833EFF-B901-4785-ADC6-9994565C81F7}" srcOrd="0" destOrd="0" presId="urn:microsoft.com/office/officeart/2005/8/layout/process1"/>
    <dgm:cxn modelId="{AACE944E-D952-4EF3-8FB8-9FD994897020}" srcId="{2A6170EB-F712-499D-83EE-773353BE3305}" destId="{6C3685A4-5BC4-48DD-8DA5-709A3F0907E6}" srcOrd="2" destOrd="0" parTransId="{B3CDEA09-A7FB-4113-86CA-65BBCBB07F45}" sibTransId="{28FA7BE4-C3A4-43C0-949E-6237AD484BEE}"/>
    <dgm:cxn modelId="{BF1F7071-E244-4087-96B7-62437726CF8D}" srcId="{2A6170EB-F712-499D-83EE-773353BE3305}" destId="{4B3F4B46-35CE-4DD9-89EB-4E8CE6529DB4}" srcOrd="1" destOrd="0" parTransId="{9061F496-D71A-4B63-96B8-A104CD730D79}" sibTransId="{D8498B0A-6257-406C-BAFC-819D62490311}"/>
    <dgm:cxn modelId="{8AC00381-9907-406A-AACE-763881E827F3}" type="presOf" srcId="{0CC625CC-8C8B-489A-B483-D732D16C7A19}" destId="{58857B7B-0E02-4C7C-8A73-E15480431A93}" srcOrd="1" destOrd="0" presId="urn:microsoft.com/office/officeart/2005/8/layout/process1"/>
    <dgm:cxn modelId="{85477493-3521-40FF-9700-826B81046462}" type="presOf" srcId="{D8498B0A-6257-406C-BAFC-819D62490311}" destId="{1A165FCE-8022-4F89-A373-1876BC5CBE2E}" srcOrd="0" destOrd="0" presId="urn:microsoft.com/office/officeart/2005/8/layout/process1"/>
    <dgm:cxn modelId="{73BD8796-F01D-4C99-9A5C-9334D49A669B}" type="presOf" srcId="{6DAF7FF0-8A57-4562-9A41-306E6127D798}" destId="{80D78C1B-4B72-4B3D-82F8-9F1CF77A1591}" srcOrd="1" destOrd="0" presId="urn:microsoft.com/office/officeart/2005/8/layout/process1"/>
    <dgm:cxn modelId="{694E0497-CBCB-4EBB-A179-9C3A5D4492B6}" type="presOf" srcId="{A14620DD-84C8-4074-B9A4-8BCAEA6CB411}" destId="{0B05CF4D-29D2-4507-BD07-40439B67B495}" srcOrd="0" destOrd="0" presId="urn:microsoft.com/office/officeart/2005/8/layout/process1"/>
    <dgm:cxn modelId="{6FF4C599-A89D-490F-B007-7EC1B58A1917}" srcId="{2A6170EB-F712-499D-83EE-773353BE3305}" destId="{C0C5913B-9A0C-49E8-892E-D03F54212C1A}" srcOrd="0" destOrd="0" parTransId="{2E5D08A0-3C28-4CA2-A96B-7656AA74F972}" sibTransId="{3813C335-5C8E-4E28-905F-64B5A5630136}"/>
    <dgm:cxn modelId="{54DA3A9B-AA35-49A0-9F12-60009F0B9A7E}" type="presOf" srcId="{9B8FE7D9-3B65-44B4-AF35-E5FAEE7606F8}" destId="{282DB87A-61F9-404D-BE65-4B8C18795C09}" srcOrd="0" destOrd="0" presId="urn:microsoft.com/office/officeart/2005/8/layout/process1"/>
    <dgm:cxn modelId="{100B8DA3-BF9A-47CF-B2D1-6DCB5BC6C185}" srcId="{2A6170EB-F712-499D-83EE-773353BE3305}" destId="{A14620DD-84C8-4074-B9A4-8BCAEA6CB411}" srcOrd="5" destOrd="0" parTransId="{CC82FEA1-DDCE-4860-8E4C-96E8BDECD1E5}" sibTransId="{09963C5F-06F6-46A4-9A6D-0058952F0E26}"/>
    <dgm:cxn modelId="{916DA2A7-AEAA-4B68-8CEA-88E3D5A69D6D}" srcId="{2A6170EB-F712-499D-83EE-773353BE3305}" destId="{3E9337D1-1B9D-49DB-834A-004873D91582}" srcOrd="8" destOrd="0" parTransId="{C0E000E4-16FB-48E7-9774-0F25373930E0}" sibTransId="{941AA937-A977-433F-AE3D-C662A8D68F0C}"/>
    <dgm:cxn modelId="{42AED5AA-5DC0-49D2-B6E9-7D6E8DFD7A07}" type="presOf" srcId="{2A6170EB-F712-499D-83EE-773353BE3305}" destId="{BA964C5F-2369-48CF-A4CE-14C2160FBE0B}" srcOrd="0" destOrd="0" presId="urn:microsoft.com/office/officeart/2005/8/layout/process1"/>
    <dgm:cxn modelId="{220746AF-68D1-4AAC-B85D-CFFF7D08F02C}" type="presOf" srcId="{71D91BD0-09E9-4BB9-BAF1-9A2F8ACF81A8}" destId="{14B4323B-B743-4843-8954-692ACEEF564C}" srcOrd="1" destOrd="0" presId="urn:microsoft.com/office/officeart/2005/8/layout/process1"/>
    <dgm:cxn modelId="{F0822ABA-3420-453D-96AB-8C05162EDA9B}" type="presOf" srcId="{D8498B0A-6257-406C-BAFC-819D62490311}" destId="{F8FDBA7F-52FA-4EA6-A8BF-FBC7F457AEAB}" srcOrd="1" destOrd="0" presId="urn:microsoft.com/office/officeart/2005/8/layout/process1"/>
    <dgm:cxn modelId="{043119C6-6EC9-480C-9B8B-4BBED48E34CC}" type="presOf" srcId="{94CE4744-A5E1-43A2-8E14-7535F0D2DFF0}" destId="{5AB42F7C-3487-4F57-B87D-E7EE76350079}" srcOrd="1" destOrd="0" presId="urn:microsoft.com/office/officeart/2005/8/layout/process1"/>
    <dgm:cxn modelId="{B6AE1FCB-E02F-4795-8D3C-CB8FAB41F2E4}" type="presOf" srcId="{6DAF7FF0-8A57-4562-9A41-306E6127D798}" destId="{528DA61D-229A-4425-9625-197104D98AE8}" srcOrd="0" destOrd="0" presId="urn:microsoft.com/office/officeart/2005/8/layout/process1"/>
    <dgm:cxn modelId="{A59633CC-205B-45EE-A449-C01DD9B4A275}" type="presOf" srcId="{4B3F4B46-35CE-4DD9-89EB-4E8CE6529DB4}" destId="{727D88ED-67EC-4FE5-8869-ED21722F1385}" srcOrd="0" destOrd="0" presId="urn:microsoft.com/office/officeart/2005/8/layout/process1"/>
    <dgm:cxn modelId="{508B9AD8-D807-4605-B02E-CB765C0D91DE}" srcId="{2A6170EB-F712-499D-83EE-773353BE3305}" destId="{9B8FE7D9-3B65-44B4-AF35-E5FAEE7606F8}" srcOrd="6" destOrd="0" parTransId="{ED074E22-5C29-4DCC-B8BB-9E2F9EFD6B7B}" sibTransId="{0CC625CC-8C8B-489A-B483-D732D16C7A19}"/>
    <dgm:cxn modelId="{A9D416EE-1513-478D-AE4D-47FA38B6A266}" type="presOf" srcId="{C0C5913B-9A0C-49E8-892E-D03F54212C1A}" destId="{4B9BAF49-1508-4917-AA0E-D701E9840C96}" srcOrd="0" destOrd="0" presId="urn:microsoft.com/office/officeart/2005/8/layout/process1"/>
    <dgm:cxn modelId="{DC0CD8F0-2F6E-4E3D-97F8-1A2BAFE5E5ED}" type="presOf" srcId="{3E9337D1-1B9D-49DB-834A-004873D91582}" destId="{7157F014-144C-4139-AF85-888264AEB38A}" srcOrd="0" destOrd="0" presId="urn:microsoft.com/office/officeart/2005/8/layout/process1"/>
    <dgm:cxn modelId="{FB8A64F2-1105-4C9A-A876-3E27C932D03B}" srcId="{2A6170EB-F712-499D-83EE-773353BE3305}" destId="{921A75E3-6636-475C-94E3-6B02CCFF614F}" srcOrd="4" destOrd="0" parTransId="{4B6FF0E2-11DB-464F-97CC-68FF4DBCF72E}" sibTransId="{6DAF7FF0-8A57-4562-9A41-306E6127D798}"/>
    <dgm:cxn modelId="{A16C1FFA-6797-4F3A-A394-2AC962566182}" srcId="{2A6170EB-F712-499D-83EE-773353BE3305}" destId="{53FEBA03-8BE7-41E8-A586-B93EC70135F1}" srcOrd="3" destOrd="0" parTransId="{99AEB057-0B26-462E-A3E9-26B07EC14A91}" sibTransId="{71D91BD0-09E9-4BB9-BAF1-9A2F8ACF81A8}"/>
    <dgm:cxn modelId="{050801E1-FC41-4825-BB1F-F662B9538A9D}" type="presParOf" srcId="{BA964C5F-2369-48CF-A4CE-14C2160FBE0B}" destId="{4B9BAF49-1508-4917-AA0E-D701E9840C96}" srcOrd="0" destOrd="0" presId="urn:microsoft.com/office/officeart/2005/8/layout/process1"/>
    <dgm:cxn modelId="{3C8B8CFD-800F-488B-A042-6A68F5954DA4}" type="presParOf" srcId="{BA964C5F-2369-48CF-A4CE-14C2160FBE0B}" destId="{31D40BCC-5529-4C5C-B24A-4336F222A822}" srcOrd="1" destOrd="0" presId="urn:microsoft.com/office/officeart/2005/8/layout/process1"/>
    <dgm:cxn modelId="{A9B3C67B-9E6F-4E68-855A-236C78BC71DB}" type="presParOf" srcId="{31D40BCC-5529-4C5C-B24A-4336F222A822}" destId="{1BA6AE5C-EB29-4FDB-BD8B-6602BA6551E9}" srcOrd="0" destOrd="0" presId="urn:microsoft.com/office/officeart/2005/8/layout/process1"/>
    <dgm:cxn modelId="{09E0101E-C6B8-4C9A-A600-EC450DF725D9}" type="presParOf" srcId="{BA964C5F-2369-48CF-A4CE-14C2160FBE0B}" destId="{727D88ED-67EC-4FE5-8869-ED21722F1385}" srcOrd="2" destOrd="0" presId="urn:microsoft.com/office/officeart/2005/8/layout/process1"/>
    <dgm:cxn modelId="{E02F1BEC-F95B-45F4-8875-E7FF4F4A81E5}" type="presParOf" srcId="{BA964C5F-2369-48CF-A4CE-14C2160FBE0B}" destId="{1A165FCE-8022-4F89-A373-1876BC5CBE2E}" srcOrd="3" destOrd="0" presId="urn:microsoft.com/office/officeart/2005/8/layout/process1"/>
    <dgm:cxn modelId="{56CED8E5-A70A-4966-AF82-4890C7E46790}" type="presParOf" srcId="{1A165FCE-8022-4F89-A373-1876BC5CBE2E}" destId="{F8FDBA7F-52FA-4EA6-A8BF-FBC7F457AEAB}" srcOrd="0" destOrd="0" presId="urn:microsoft.com/office/officeart/2005/8/layout/process1"/>
    <dgm:cxn modelId="{73770996-1760-471B-B5E6-0B5E1209494F}" type="presParOf" srcId="{BA964C5F-2369-48CF-A4CE-14C2160FBE0B}" destId="{6E6FF7BB-61C7-48DD-AF5B-C42928236EAF}" srcOrd="4" destOrd="0" presId="urn:microsoft.com/office/officeart/2005/8/layout/process1"/>
    <dgm:cxn modelId="{93863BB9-A762-47FA-B17D-851D881AE22F}" type="presParOf" srcId="{BA964C5F-2369-48CF-A4CE-14C2160FBE0B}" destId="{8E7BD2D7-4727-4C0A-8316-0B7EE0268CD7}" srcOrd="5" destOrd="0" presId="urn:microsoft.com/office/officeart/2005/8/layout/process1"/>
    <dgm:cxn modelId="{1665C9CA-C9C9-49EE-93C2-DF62B0B36E41}" type="presParOf" srcId="{8E7BD2D7-4727-4C0A-8316-0B7EE0268CD7}" destId="{3A7CFA24-96AC-4DCD-A211-4146A7E9E4B0}" srcOrd="0" destOrd="0" presId="urn:microsoft.com/office/officeart/2005/8/layout/process1"/>
    <dgm:cxn modelId="{D1F4FDB2-EED1-42D7-B417-B5B7751E75FA}" type="presParOf" srcId="{BA964C5F-2369-48CF-A4CE-14C2160FBE0B}" destId="{B9F146FE-B6B6-4232-A131-2A2FA50D82A1}" srcOrd="6" destOrd="0" presId="urn:microsoft.com/office/officeart/2005/8/layout/process1"/>
    <dgm:cxn modelId="{0706A990-E959-4FEB-8837-25C9B2567BF8}" type="presParOf" srcId="{BA964C5F-2369-48CF-A4CE-14C2160FBE0B}" destId="{FB0848B0-DB0D-4E1F-82BD-5DDFC78C9DFC}" srcOrd="7" destOrd="0" presId="urn:microsoft.com/office/officeart/2005/8/layout/process1"/>
    <dgm:cxn modelId="{9D03AD09-AB6E-4CEC-94E3-5E304093C030}" type="presParOf" srcId="{FB0848B0-DB0D-4E1F-82BD-5DDFC78C9DFC}" destId="{14B4323B-B743-4843-8954-692ACEEF564C}" srcOrd="0" destOrd="0" presId="urn:microsoft.com/office/officeart/2005/8/layout/process1"/>
    <dgm:cxn modelId="{A8022AE9-AFA9-4FC6-A880-111114F2B53B}" type="presParOf" srcId="{BA964C5F-2369-48CF-A4CE-14C2160FBE0B}" destId="{9E97FECB-E34F-4C77-96CA-237663E0C4B5}" srcOrd="8" destOrd="0" presId="urn:microsoft.com/office/officeart/2005/8/layout/process1"/>
    <dgm:cxn modelId="{F35EA39B-9D33-47E9-AE6B-40E9D1162B40}" type="presParOf" srcId="{BA964C5F-2369-48CF-A4CE-14C2160FBE0B}" destId="{528DA61D-229A-4425-9625-197104D98AE8}" srcOrd="9" destOrd="0" presId="urn:microsoft.com/office/officeart/2005/8/layout/process1"/>
    <dgm:cxn modelId="{EE5C8675-22A8-45A2-919C-0D8695DC9C9C}" type="presParOf" srcId="{528DA61D-229A-4425-9625-197104D98AE8}" destId="{80D78C1B-4B72-4B3D-82F8-9F1CF77A1591}" srcOrd="0" destOrd="0" presId="urn:microsoft.com/office/officeart/2005/8/layout/process1"/>
    <dgm:cxn modelId="{BD45D8C1-05C1-466F-A405-C93192A26A13}" type="presParOf" srcId="{BA964C5F-2369-48CF-A4CE-14C2160FBE0B}" destId="{0B05CF4D-29D2-4507-BD07-40439B67B495}" srcOrd="10" destOrd="0" presId="urn:microsoft.com/office/officeart/2005/8/layout/process1"/>
    <dgm:cxn modelId="{6B943662-A3F2-4EB8-A954-466B0371DE5F}" type="presParOf" srcId="{BA964C5F-2369-48CF-A4CE-14C2160FBE0B}" destId="{82280339-27A9-4545-A7F0-D87D9A474BA9}" srcOrd="11" destOrd="0" presId="urn:microsoft.com/office/officeart/2005/8/layout/process1"/>
    <dgm:cxn modelId="{0DC1FC9F-642D-4797-A10F-4751C4747615}" type="presParOf" srcId="{82280339-27A9-4545-A7F0-D87D9A474BA9}" destId="{FB5C4E9C-EF1A-4F9D-84AF-ABED9594C3FB}" srcOrd="0" destOrd="0" presId="urn:microsoft.com/office/officeart/2005/8/layout/process1"/>
    <dgm:cxn modelId="{47E0C458-F8B4-4626-82DE-4B38BC2A6FE9}" type="presParOf" srcId="{BA964C5F-2369-48CF-A4CE-14C2160FBE0B}" destId="{282DB87A-61F9-404D-BE65-4B8C18795C09}" srcOrd="12" destOrd="0" presId="urn:microsoft.com/office/officeart/2005/8/layout/process1"/>
    <dgm:cxn modelId="{A99821DE-2F1F-4C6C-AE46-60DAC2770B46}" type="presParOf" srcId="{BA964C5F-2369-48CF-A4CE-14C2160FBE0B}" destId="{FD833EFF-B901-4785-ADC6-9994565C81F7}" srcOrd="13" destOrd="0" presId="urn:microsoft.com/office/officeart/2005/8/layout/process1"/>
    <dgm:cxn modelId="{C8923471-29A9-4CB1-86D9-EE6073C79029}" type="presParOf" srcId="{FD833EFF-B901-4785-ADC6-9994565C81F7}" destId="{58857B7B-0E02-4C7C-8A73-E15480431A93}" srcOrd="0" destOrd="0" presId="urn:microsoft.com/office/officeart/2005/8/layout/process1"/>
    <dgm:cxn modelId="{6CE5C135-DFE0-41D0-9C76-447B1B00E8D2}" type="presParOf" srcId="{BA964C5F-2369-48CF-A4CE-14C2160FBE0B}" destId="{103803F3-5CD1-4DAD-B9D1-3A60D7BF361D}" srcOrd="14" destOrd="0" presId="urn:microsoft.com/office/officeart/2005/8/layout/process1"/>
    <dgm:cxn modelId="{3FF8C571-0584-4394-AB38-720E04A3B681}" type="presParOf" srcId="{BA964C5F-2369-48CF-A4CE-14C2160FBE0B}" destId="{4CC07F55-735C-453B-90CB-FADEDADCAA93}" srcOrd="15" destOrd="0" presId="urn:microsoft.com/office/officeart/2005/8/layout/process1"/>
    <dgm:cxn modelId="{E23419D6-1F5A-4D05-B8EB-92CE4D127703}" type="presParOf" srcId="{4CC07F55-735C-453B-90CB-FADEDADCAA93}" destId="{5AB42F7C-3487-4F57-B87D-E7EE76350079}" srcOrd="0" destOrd="0" presId="urn:microsoft.com/office/officeart/2005/8/layout/process1"/>
    <dgm:cxn modelId="{37DC5925-0B9E-478F-8A95-1FF3DE49421F}" type="presParOf" srcId="{BA964C5F-2369-48CF-A4CE-14C2160FBE0B}" destId="{7157F014-144C-4139-AF85-888264AEB38A}" srcOrd="1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6170EB-F712-499D-83EE-773353BE330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0C5913B-9A0C-49E8-892E-D03F54212C1A}">
      <dgm:prSet phldrT="[Texto]" custT="1"/>
      <dgm:spPr/>
      <dgm:t>
        <a:bodyPr/>
        <a:lstStyle/>
        <a:p>
          <a:r>
            <a:rPr lang="pt-BR" sz="1400" b="1" dirty="0" err="1"/>
            <a:t>LoopBack</a:t>
          </a:r>
          <a:endParaRPr lang="pt-BR" sz="1400" b="1" dirty="0"/>
        </a:p>
      </dgm:t>
    </dgm:pt>
    <dgm:pt modelId="{2E5D08A0-3C28-4CA2-A96B-7656AA74F972}" type="parTrans" cxnId="{6FF4C599-A89D-490F-B007-7EC1B58A1917}">
      <dgm:prSet/>
      <dgm:spPr/>
      <dgm:t>
        <a:bodyPr/>
        <a:lstStyle/>
        <a:p>
          <a:endParaRPr lang="pt-BR" sz="1400" b="1"/>
        </a:p>
      </dgm:t>
    </dgm:pt>
    <dgm:pt modelId="{3813C335-5C8E-4E28-905F-64B5A5630136}" type="sibTrans" cxnId="{6FF4C599-A89D-490F-B007-7EC1B58A1917}">
      <dgm:prSet custT="1"/>
      <dgm:spPr/>
      <dgm:t>
        <a:bodyPr/>
        <a:lstStyle/>
        <a:p>
          <a:endParaRPr lang="pt-BR" sz="1400" b="1"/>
        </a:p>
      </dgm:t>
    </dgm:pt>
    <dgm:pt modelId="{4B3F4B46-35CE-4DD9-89EB-4E8CE6529DB4}">
      <dgm:prSet phldrT="[Texto]" custT="1"/>
      <dgm:spPr/>
      <dgm:t>
        <a:bodyPr/>
        <a:lstStyle/>
        <a:p>
          <a:r>
            <a:rPr lang="pt-BR" sz="1400" b="1" dirty="0" err="1"/>
            <a:t>Client</a:t>
          </a:r>
          <a:r>
            <a:rPr lang="pt-BR" sz="1400" b="1" dirty="0"/>
            <a:t>-Server</a:t>
          </a:r>
        </a:p>
      </dgm:t>
    </dgm:pt>
    <dgm:pt modelId="{9061F496-D71A-4B63-96B8-A104CD730D79}" type="parTrans" cxnId="{BF1F7071-E244-4087-96B7-62437726CF8D}">
      <dgm:prSet/>
      <dgm:spPr/>
      <dgm:t>
        <a:bodyPr/>
        <a:lstStyle/>
        <a:p>
          <a:endParaRPr lang="pt-BR" sz="1400" b="1"/>
        </a:p>
      </dgm:t>
    </dgm:pt>
    <dgm:pt modelId="{D8498B0A-6257-406C-BAFC-819D62490311}" type="sibTrans" cxnId="{BF1F7071-E244-4087-96B7-62437726CF8D}">
      <dgm:prSet custT="1"/>
      <dgm:spPr/>
      <dgm:t>
        <a:bodyPr/>
        <a:lstStyle/>
        <a:p>
          <a:endParaRPr lang="pt-BR" sz="1400" b="1"/>
        </a:p>
      </dgm:t>
    </dgm:pt>
    <dgm:pt modelId="{6C3685A4-5BC4-48DD-8DA5-709A3F0907E6}">
      <dgm:prSet phldrT="[Texto]" custT="1"/>
      <dgm:spPr/>
      <dgm:t>
        <a:bodyPr/>
        <a:lstStyle/>
        <a:p>
          <a:r>
            <a:rPr lang="pt-BR" sz="1400" b="1" dirty="0"/>
            <a:t>Datagrama</a:t>
          </a:r>
        </a:p>
      </dgm:t>
    </dgm:pt>
    <dgm:pt modelId="{B3CDEA09-A7FB-4113-86CA-65BBCBB07F45}" type="parTrans" cxnId="{AACE944E-D952-4EF3-8FB8-9FD994897020}">
      <dgm:prSet/>
      <dgm:spPr/>
      <dgm:t>
        <a:bodyPr/>
        <a:lstStyle/>
        <a:p>
          <a:endParaRPr lang="pt-BR" sz="1400" b="1"/>
        </a:p>
      </dgm:t>
    </dgm:pt>
    <dgm:pt modelId="{28FA7BE4-C3A4-43C0-949E-6237AD484BEE}" type="sibTrans" cxnId="{AACE944E-D952-4EF3-8FB8-9FD994897020}">
      <dgm:prSet custT="1"/>
      <dgm:spPr/>
      <dgm:t>
        <a:bodyPr/>
        <a:lstStyle/>
        <a:p>
          <a:endParaRPr lang="pt-BR" sz="1400" b="1"/>
        </a:p>
      </dgm:t>
    </dgm:pt>
    <dgm:pt modelId="{53FEBA03-8BE7-41E8-A586-B93EC70135F1}">
      <dgm:prSet custT="1"/>
      <dgm:spPr/>
      <dgm:t>
        <a:bodyPr/>
        <a:lstStyle/>
        <a:p>
          <a:r>
            <a:rPr lang="pt-BR" sz="1400" b="1" dirty="0"/>
            <a:t>CRC</a:t>
          </a:r>
        </a:p>
      </dgm:t>
    </dgm:pt>
    <dgm:pt modelId="{99AEB057-0B26-462E-A3E9-26B07EC14A91}" type="parTrans" cxnId="{A16C1FFA-6797-4F3A-A394-2AC962566182}">
      <dgm:prSet/>
      <dgm:spPr/>
      <dgm:t>
        <a:bodyPr/>
        <a:lstStyle/>
        <a:p>
          <a:endParaRPr lang="pt-BR" sz="1400" b="1"/>
        </a:p>
      </dgm:t>
    </dgm:pt>
    <dgm:pt modelId="{71D91BD0-09E9-4BB9-BAF1-9A2F8ACF81A8}" type="sibTrans" cxnId="{A16C1FFA-6797-4F3A-A394-2AC962566182}">
      <dgm:prSet custT="1"/>
      <dgm:spPr/>
      <dgm:t>
        <a:bodyPr/>
        <a:lstStyle/>
        <a:p>
          <a:endParaRPr lang="pt-BR" sz="1400" b="1"/>
        </a:p>
      </dgm:t>
    </dgm:pt>
    <dgm:pt modelId="{921A75E3-6636-475C-94E3-6B02CCFF614F}">
      <dgm:prSet custT="1"/>
      <dgm:spPr/>
      <dgm:t>
        <a:bodyPr/>
        <a:lstStyle/>
        <a:p>
          <a:r>
            <a:rPr lang="pt-BR" sz="1400" b="1" dirty="0"/>
            <a:t>Serialização em baixo nível</a:t>
          </a:r>
        </a:p>
      </dgm:t>
    </dgm:pt>
    <dgm:pt modelId="{4B6FF0E2-11DB-464F-97CC-68FF4DBCF72E}" type="parTrans" cxnId="{FB8A64F2-1105-4C9A-A876-3E27C932D03B}">
      <dgm:prSet/>
      <dgm:spPr/>
      <dgm:t>
        <a:bodyPr/>
        <a:lstStyle/>
        <a:p>
          <a:endParaRPr lang="pt-BR" sz="1400" b="1"/>
        </a:p>
      </dgm:t>
    </dgm:pt>
    <dgm:pt modelId="{6DAF7FF0-8A57-4562-9A41-306E6127D798}" type="sibTrans" cxnId="{FB8A64F2-1105-4C9A-A876-3E27C932D03B}">
      <dgm:prSet custT="1"/>
      <dgm:spPr/>
      <dgm:t>
        <a:bodyPr/>
        <a:lstStyle/>
        <a:p>
          <a:endParaRPr lang="pt-BR" sz="1400" b="1"/>
        </a:p>
      </dgm:t>
    </dgm:pt>
    <dgm:pt modelId="{A14620DD-84C8-4074-B9A4-8BCAEA6CB411}">
      <dgm:prSet custT="1"/>
      <dgm:spPr/>
      <dgm:t>
        <a:bodyPr/>
        <a:lstStyle/>
        <a:p>
          <a:r>
            <a:rPr lang="pt-BR" sz="1400" b="1" dirty="0"/>
            <a:t>DTMF</a:t>
          </a:r>
        </a:p>
      </dgm:t>
    </dgm:pt>
    <dgm:pt modelId="{CC82FEA1-DDCE-4860-8E4C-96E8BDECD1E5}" type="parTrans" cxnId="{100B8DA3-BF9A-47CF-B2D1-6DCB5BC6C185}">
      <dgm:prSet/>
      <dgm:spPr/>
      <dgm:t>
        <a:bodyPr/>
        <a:lstStyle/>
        <a:p>
          <a:endParaRPr lang="pt-BR" sz="1400" b="1"/>
        </a:p>
      </dgm:t>
    </dgm:pt>
    <dgm:pt modelId="{09963C5F-06F6-46A4-9A6D-0058952F0E26}" type="sibTrans" cxnId="{100B8DA3-BF9A-47CF-B2D1-6DCB5BC6C185}">
      <dgm:prSet custT="1"/>
      <dgm:spPr/>
      <dgm:t>
        <a:bodyPr/>
        <a:lstStyle/>
        <a:p>
          <a:endParaRPr lang="pt-BR" sz="1400" b="1"/>
        </a:p>
      </dgm:t>
    </dgm:pt>
    <dgm:pt modelId="{4EE05AAF-181F-4724-B899-B23A2ADB7051}">
      <dgm:prSet custT="1"/>
      <dgm:spPr/>
      <dgm:t>
        <a:bodyPr/>
        <a:lstStyle/>
        <a:p>
          <a:r>
            <a:rPr lang="pt-BR" sz="1400" b="1" dirty="0"/>
            <a:t>Modulação AM</a:t>
          </a:r>
        </a:p>
      </dgm:t>
    </dgm:pt>
    <dgm:pt modelId="{992D5F75-0099-43DE-B830-F10727CF62A9}" type="parTrans" cxnId="{70DAD55C-85EC-48CC-8C0D-C1C1990465C8}">
      <dgm:prSet/>
      <dgm:spPr/>
      <dgm:t>
        <a:bodyPr/>
        <a:lstStyle/>
        <a:p>
          <a:endParaRPr lang="pt-BR" sz="1400" b="1"/>
        </a:p>
      </dgm:t>
    </dgm:pt>
    <dgm:pt modelId="{94CE4744-A5E1-43A2-8E14-7535F0D2DFF0}" type="sibTrans" cxnId="{70DAD55C-85EC-48CC-8C0D-C1C1990465C8}">
      <dgm:prSet custT="1"/>
      <dgm:spPr/>
      <dgm:t>
        <a:bodyPr/>
        <a:lstStyle/>
        <a:p>
          <a:endParaRPr lang="pt-BR" sz="1400" b="1"/>
        </a:p>
      </dgm:t>
    </dgm:pt>
    <dgm:pt modelId="{3E9337D1-1B9D-49DB-834A-004873D91582}">
      <dgm:prSet custT="1"/>
      <dgm:spPr>
        <a:solidFill>
          <a:srgbClr val="C00000"/>
        </a:solidFill>
        <a:ln>
          <a:solidFill>
            <a:srgbClr val="C00000"/>
          </a:solidFill>
        </a:ln>
      </dgm:spPr>
      <dgm:t>
        <a:bodyPr/>
        <a:lstStyle/>
        <a:p>
          <a:r>
            <a:rPr lang="pt-BR" sz="1400" b="1" dirty="0"/>
            <a:t>Produção científica</a:t>
          </a:r>
        </a:p>
      </dgm:t>
    </dgm:pt>
    <dgm:pt modelId="{C0E000E4-16FB-48E7-9774-0F25373930E0}" type="parTrans" cxnId="{916DA2A7-AEAA-4B68-8CEA-88E3D5A69D6D}">
      <dgm:prSet/>
      <dgm:spPr/>
      <dgm:t>
        <a:bodyPr/>
        <a:lstStyle/>
        <a:p>
          <a:endParaRPr lang="pt-BR" sz="1400" b="1"/>
        </a:p>
      </dgm:t>
    </dgm:pt>
    <dgm:pt modelId="{941AA937-A977-433F-AE3D-C662A8D68F0C}" type="sibTrans" cxnId="{916DA2A7-AEAA-4B68-8CEA-88E3D5A69D6D}">
      <dgm:prSet/>
      <dgm:spPr/>
      <dgm:t>
        <a:bodyPr/>
        <a:lstStyle/>
        <a:p>
          <a:endParaRPr lang="pt-BR" sz="1400" b="1"/>
        </a:p>
      </dgm:t>
    </dgm:pt>
    <dgm:pt modelId="{BA964C5F-2369-48CF-A4CE-14C2160FBE0B}" type="pres">
      <dgm:prSet presAssocID="{2A6170EB-F712-499D-83EE-773353BE3305}" presName="Name0" presStyleCnt="0">
        <dgm:presLayoutVars>
          <dgm:dir/>
          <dgm:resizeHandles val="exact"/>
        </dgm:presLayoutVars>
      </dgm:prSet>
      <dgm:spPr/>
    </dgm:pt>
    <dgm:pt modelId="{4B9BAF49-1508-4917-AA0E-D701E9840C96}" type="pres">
      <dgm:prSet presAssocID="{C0C5913B-9A0C-49E8-892E-D03F54212C1A}" presName="node" presStyleLbl="node1" presStyleIdx="0" presStyleCnt="8">
        <dgm:presLayoutVars>
          <dgm:bulletEnabled val="1"/>
        </dgm:presLayoutVars>
      </dgm:prSet>
      <dgm:spPr/>
    </dgm:pt>
    <dgm:pt modelId="{31D40BCC-5529-4C5C-B24A-4336F222A822}" type="pres">
      <dgm:prSet presAssocID="{3813C335-5C8E-4E28-905F-64B5A5630136}" presName="sibTrans" presStyleLbl="sibTrans2D1" presStyleIdx="0" presStyleCnt="7"/>
      <dgm:spPr/>
    </dgm:pt>
    <dgm:pt modelId="{1BA6AE5C-EB29-4FDB-BD8B-6602BA6551E9}" type="pres">
      <dgm:prSet presAssocID="{3813C335-5C8E-4E28-905F-64B5A5630136}" presName="connectorText" presStyleLbl="sibTrans2D1" presStyleIdx="0" presStyleCnt="7"/>
      <dgm:spPr/>
    </dgm:pt>
    <dgm:pt modelId="{727D88ED-67EC-4FE5-8869-ED21722F1385}" type="pres">
      <dgm:prSet presAssocID="{4B3F4B46-35CE-4DD9-89EB-4E8CE6529DB4}" presName="node" presStyleLbl="node1" presStyleIdx="1" presStyleCnt="8">
        <dgm:presLayoutVars>
          <dgm:bulletEnabled val="1"/>
        </dgm:presLayoutVars>
      </dgm:prSet>
      <dgm:spPr/>
    </dgm:pt>
    <dgm:pt modelId="{1A165FCE-8022-4F89-A373-1876BC5CBE2E}" type="pres">
      <dgm:prSet presAssocID="{D8498B0A-6257-406C-BAFC-819D62490311}" presName="sibTrans" presStyleLbl="sibTrans2D1" presStyleIdx="1" presStyleCnt="7"/>
      <dgm:spPr/>
    </dgm:pt>
    <dgm:pt modelId="{F8FDBA7F-52FA-4EA6-A8BF-FBC7F457AEAB}" type="pres">
      <dgm:prSet presAssocID="{D8498B0A-6257-406C-BAFC-819D62490311}" presName="connectorText" presStyleLbl="sibTrans2D1" presStyleIdx="1" presStyleCnt="7"/>
      <dgm:spPr/>
    </dgm:pt>
    <dgm:pt modelId="{6E6FF7BB-61C7-48DD-AF5B-C42928236EAF}" type="pres">
      <dgm:prSet presAssocID="{6C3685A4-5BC4-48DD-8DA5-709A3F0907E6}" presName="node" presStyleLbl="node1" presStyleIdx="2" presStyleCnt="8">
        <dgm:presLayoutVars>
          <dgm:bulletEnabled val="1"/>
        </dgm:presLayoutVars>
      </dgm:prSet>
      <dgm:spPr/>
    </dgm:pt>
    <dgm:pt modelId="{8E7BD2D7-4727-4C0A-8316-0B7EE0268CD7}" type="pres">
      <dgm:prSet presAssocID="{28FA7BE4-C3A4-43C0-949E-6237AD484BEE}" presName="sibTrans" presStyleLbl="sibTrans2D1" presStyleIdx="2" presStyleCnt="7"/>
      <dgm:spPr/>
    </dgm:pt>
    <dgm:pt modelId="{3A7CFA24-96AC-4DCD-A211-4146A7E9E4B0}" type="pres">
      <dgm:prSet presAssocID="{28FA7BE4-C3A4-43C0-949E-6237AD484BEE}" presName="connectorText" presStyleLbl="sibTrans2D1" presStyleIdx="2" presStyleCnt="7"/>
      <dgm:spPr/>
    </dgm:pt>
    <dgm:pt modelId="{B9F146FE-B6B6-4232-A131-2A2FA50D82A1}" type="pres">
      <dgm:prSet presAssocID="{53FEBA03-8BE7-41E8-A586-B93EC70135F1}" presName="node" presStyleLbl="node1" presStyleIdx="3" presStyleCnt="8">
        <dgm:presLayoutVars>
          <dgm:bulletEnabled val="1"/>
        </dgm:presLayoutVars>
      </dgm:prSet>
      <dgm:spPr/>
    </dgm:pt>
    <dgm:pt modelId="{FB0848B0-DB0D-4E1F-82BD-5DDFC78C9DFC}" type="pres">
      <dgm:prSet presAssocID="{71D91BD0-09E9-4BB9-BAF1-9A2F8ACF81A8}" presName="sibTrans" presStyleLbl="sibTrans2D1" presStyleIdx="3" presStyleCnt="7"/>
      <dgm:spPr/>
    </dgm:pt>
    <dgm:pt modelId="{14B4323B-B743-4843-8954-692ACEEF564C}" type="pres">
      <dgm:prSet presAssocID="{71D91BD0-09E9-4BB9-BAF1-9A2F8ACF81A8}" presName="connectorText" presStyleLbl="sibTrans2D1" presStyleIdx="3" presStyleCnt="7"/>
      <dgm:spPr/>
    </dgm:pt>
    <dgm:pt modelId="{9E97FECB-E34F-4C77-96CA-237663E0C4B5}" type="pres">
      <dgm:prSet presAssocID="{921A75E3-6636-475C-94E3-6B02CCFF614F}" presName="node" presStyleLbl="node1" presStyleIdx="4" presStyleCnt="8">
        <dgm:presLayoutVars>
          <dgm:bulletEnabled val="1"/>
        </dgm:presLayoutVars>
      </dgm:prSet>
      <dgm:spPr/>
    </dgm:pt>
    <dgm:pt modelId="{528DA61D-229A-4425-9625-197104D98AE8}" type="pres">
      <dgm:prSet presAssocID="{6DAF7FF0-8A57-4562-9A41-306E6127D798}" presName="sibTrans" presStyleLbl="sibTrans2D1" presStyleIdx="4" presStyleCnt="7"/>
      <dgm:spPr/>
    </dgm:pt>
    <dgm:pt modelId="{80D78C1B-4B72-4B3D-82F8-9F1CF77A1591}" type="pres">
      <dgm:prSet presAssocID="{6DAF7FF0-8A57-4562-9A41-306E6127D798}" presName="connectorText" presStyleLbl="sibTrans2D1" presStyleIdx="4" presStyleCnt="7"/>
      <dgm:spPr/>
    </dgm:pt>
    <dgm:pt modelId="{0B05CF4D-29D2-4507-BD07-40439B67B495}" type="pres">
      <dgm:prSet presAssocID="{A14620DD-84C8-4074-B9A4-8BCAEA6CB411}" presName="node" presStyleLbl="node1" presStyleIdx="5" presStyleCnt="8">
        <dgm:presLayoutVars>
          <dgm:bulletEnabled val="1"/>
        </dgm:presLayoutVars>
      </dgm:prSet>
      <dgm:spPr/>
    </dgm:pt>
    <dgm:pt modelId="{82280339-27A9-4545-A7F0-D87D9A474BA9}" type="pres">
      <dgm:prSet presAssocID="{09963C5F-06F6-46A4-9A6D-0058952F0E26}" presName="sibTrans" presStyleLbl="sibTrans2D1" presStyleIdx="5" presStyleCnt="7"/>
      <dgm:spPr/>
    </dgm:pt>
    <dgm:pt modelId="{FB5C4E9C-EF1A-4F9D-84AF-ABED9594C3FB}" type="pres">
      <dgm:prSet presAssocID="{09963C5F-06F6-46A4-9A6D-0058952F0E26}" presName="connectorText" presStyleLbl="sibTrans2D1" presStyleIdx="5" presStyleCnt="7"/>
      <dgm:spPr/>
    </dgm:pt>
    <dgm:pt modelId="{103803F3-5CD1-4DAD-B9D1-3A60D7BF361D}" type="pres">
      <dgm:prSet presAssocID="{4EE05AAF-181F-4724-B899-B23A2ADB7051}" presName="node" presStyleLbl="node1" presStyleIdx="6" presStyleCnt="8" custScaleX="128150" custScaleY="97993" custLinFactNeighborX="-7060" custLinFactNeighborY="1799">
        <dgm:presLayoutVars>
          <dgm:bulletEnabled val="1"/>
        </dgm:presLayoutVars>
      </dgm:prSet>
      <dgm:spPr/>
    </dgm:pt>
    <dgm:pt modelId="{4CC07F55-735C-453B-90CB-FADEDADCAA93}" type="pres">
      <dgm:prSet presAssocID="{94CE4744-A5E1-43A2-8E14-7535F0D2DFF0}" presName="sibTrans" presStyleLbl="sibTrans2D1" presStyleIdx="6" presStyleCnt="7"/>
      <dgm:spPr/>
    </dgm:pt>
    <dgm:pt modelId="{5AB42F7C-3487-4F57-B87D-E7EE76350079}" type="pres">
      <dgm:prSet presAssocID="{94CE4744-A5E1-43A2-8E14-7535F0D2DFF0}" presName="connectorText" presStyleLbl="sibTrans2D1" presStyleIdx="6" presStyleCnt="7"/>
      <dgm:spPr/>
    </dgm:pt>
    <dgm:pt modelId="{7157F014-144C-4139-AF85-888264AEB38A}" type="pres">
      <dgm:prSet presAssocID="{3E9337D1-1B9D-49DB-834A-004873D91582}" presName="node" presStyleLbl="node1" presStyleIdx="7" presStyleCnt="8" custLinFactNeighborX="-35408" custLinFactNeighborY="-1413">
        <dgm:presLayoutVars>
          <dgm:bulletEnabled val="1"/>
        </dgm:presLayoutVars>
      </dgm:prSet>
      <dgm:spPr/>
    </dgm:pt>
  </dgm:ptLst>
  <dgm:cxnLst>
    <dgm:cxn modelId="{31D1500C-7EFC-4D6B-8A37-F049C7227D5C}" type="presOf" srcId="{09963C5F-06F6-46A4-9A6D-0058952F0E26}" destId="{FB5C4E9C-EF1A-4F9D-84AF-ABED9594C3FB}" srcOrd="1" destOrd="0" presId="urn:microsoft.com/office/officeart/2005/8/layout/process1"/>
    <dgm:cxn modelId="{25D14110-1CF8-4321-8776-97560BA7EC89}" type="presOf" srcId="{09963C5F-06F6-46A4-9A6D-0058952F0E26}" destId="{82280339-27A9-4545-A7F0-D87D9A474BA9}" srcOrd="0" destOrd="0" presId="urn:microsoft.com/office/officeart/2005/8/layout/process1"/>
    <dgm:cxn modelId="{C0C9D813-1B58-4BE9-A129-81385689D62B}" type="presOf" srcId="{71D91BD0-09E9-4BB9-BAF1-9A2F8ACF81A8}" destId="{FB0848B0-DB0D-4E1F-82BD-5DDFC78C9DFC}" srcOrd="0" destOrd="0" presId="urn:microsoft.com/office/officeart/2005/8/layout/process1"/>
    <dgm:cxn modelId="{639B781C-DA32-4D40-9B2F-49D204339C2E}" type="presOf" srcId="{3813C335-5C8E-4E28-905F-64B5A5630136}" destId="{31D40BCC-5529-4C5C-B24A-4336F222A822}" srcOrd="0" destOrd="0" presId="urn:microsoft.com/office/officeart/2005/8/layout/process1"/>
    <dgm:cxn modelId="{E069BE23-06A6-4A36-B3DE-7A93BDFC95E8}" type="presOf" srcId="{3813C335-5C8E-4E28-905F-64B5A5630136}" destId="{1BA6AE5C-EB29-4FDB-BD8B-6602BA6551E9}" srcOrd="1" destOrd="0" presId="urn:microsoft.com/office/officeart/2005/8/layout/process1"/>
    <dgm:cxn modelId="{13DB2E26-461D-4A0F-A776-3850C7F2DC3B}" type="presOf" srcId="{4EE05AAF-181F-4724-B899-B23A2ADB7051}" destId="{103803F3-5CD1-4DAD-B9D1-3A60D7BF361D}" srcOrd="0" destOrd="0" presId="urn:microsoft.com/office/officeart/2005/8/layout/process1"/>
    <dgm:cxn modelId="{22689C29-26E4-4CB3-A951-0FC5AA562777}" type="presOf" srcId="{921A75E3-6636-475C-94E3-6B02CCFF614F}" destId="{9E97FECB-E34F-4C77-96CA-237663E0C4B5}" srcOrd="0" destOrd="0" presId="urn:microsoft.com/office/officeart/2005/8/layout/process1"/>
    <dgm:cxn modelId="{E83CC133-83B1-4CCE-B9C0-CD557AD84112}" type="presOf" srcId="{28FA7BE4-C3A4-43C0-949E-6237AD484BEE}" destId="{8E7BD2D7-4727-4C0A-8316-0B7EE0268CD7}" srcOrd="0" destOrd="0" presId="urn:microsoft.com/office/officeart/2005/8/layout/process1"/>
    <dgm:cxn modelId="{07336234-B920-4FAF-BBDE-B6D96617C931}" type="presOf" srcId="{6C3685A4-5BC4-48DD-8DA5-709A3F0907E6}" destId="{6E6FF7BB-61C7-48DD-AF5B-C42928236EAF}" srcOrd="0" destOrd="0" presId="urn:microsoft.com/office/officeart/2005/8/layout/process1"/>
    <dgm:cxn modelId="{DC59B238-2522-486F-AE7F-129E7DA567CF}" type="presOf" srcId="{28FA7BE4-C3A4-43C0-949E-6237AD484BEE}" destId="{3A7CFA24-96AC-4DCD-A211-4146A7E9E4B0}" srcOrd="1" destOrd="0" presId="urn:microsoft.com/office/officeart/2005/8/layout/process1"/>
    <dgm:cxn modelId="{37A31F39-6AC5-4FF3-A70D-E648BB2AB60F}" type="presOf" srcId="{94CE4744-A5E1-43A2-8E14-7535F0D2DFF0}" destId="{4CC07F55-735C-453B-90CB-FADEDADCAA93}" srcOrd="0" destOrd="0" presId="urn:microsoft.com/office/officeart/2005/8/layout/process1"/>
    <dgm:cxn modelId="{70DAD55C-85EC-48CC-8C0D-C1C1990465C8}" srcId="{2A6170EB-F712-499D-83EE-773353BE3305}" destId="{4EE05AAF-181F-4724-B899-B23A2ADB7051}" srcOrd="6" destOrd="0" parTransId="{992D5F75-0099-43DE-B830-F10727CF62A9}" sibTransId="{94CE4744-A5E1-43A2-8E14-7535F0D2DFF0}"/>
    <dgm:cxn modelId="{1A4D2560-17DD-4C41-8522-8380E8A07643}" type="presOf" srcId="{53FEBA03-8BE7-41E8-A586-B93EC70135F1}" destId="{B9F146FE-B6B6-4232-A131-2A2FA50D82A1}" srcOrd="0" destOrd="0" presId="urn:microsoft.com/office/officeart/2005/8/layout/process1"/>
    <dgm:cxn modelId="{AACE944E-D952-4EF3-8FB8-9FD994897020}" srcId="{2A6170EB-F712-499D-83EE-773353BE3305}" destId="{6C3685A4-5BC4-48DD-8DA5-709A3F0907E6}" srcOrd="2" destOrd="0" parTransId="{B3CDEA09-A7FB-4113-86CA-65BBCBB07F45}" sibTransId="{28FA7BE4-C3A4-43C0-949E-6237AD484BEE}"/>
    <dgm:cxn modelId="{BF1F7071-E244-4087-96B7-62437726CF8D}" srcId="{2A6170EB-F712-499D-83EE-773353BE3305}" destId="{4B3F4B46-35CE-4DD9-89EB-4E8CE6529DB4}" srcOrd="1" destOrd="0" parTransId="{9061F496-D71A-4B63-96B8-A104CD730D79}" sibTransId="{D8498B0A-6257-406C-BAFC-819D62490311}"/>
    <dgm:cxn modelId="{85477493-3521-40FF-9700-826B81046462}" type="presOf" srcId="{D8498B0A-6257-406C-BAFC-819D62490311}" destId="{1A165FCE-8022-4F89-A373-1876BC5CBE2E}" srcOrd="0" destOrd="0" presId="urn:microsoft.com/office/officeart/2005/8/layout/process1"/>
    <dgm:cxn modelId="{73BD8796-F01D-4C99-9A5C-9334D49A669B}" type="presOf" srcId="{6DAF7FF0-8A57-4562-9A41-306E6127D798}" destId="{80D78C1B-4B72-4B3D-82F8-9F1CF77A1591}" srcOrd="1" destOrd="0" presId="urn:microsoft.com/office/officeart/2005/8/layout/process1"/>
    <dgm:cxn modelId="{694E0497-CBCB-4EBB-A179-9C3A5D4492B6}" type="presOf" srcId="{A14620DD-84C8-4074-B9A4-8BCAEA6CB411}" destId="{0B05CF4D-29D2-4507-BD07-40439B67B495}" srcOrd="0" destOrd="0" presId="urn:microsoft.com/office/officeart/2005/8/layout/process1"/>
    <dgm:cxn modelId="{6FF4C599-A89D-490F-B007-7EC1B58A1917}" srcId="{2A6170EB-F712-499D-83EE-773353BE3305}" destId="{C0C5913B-9A0C-49E8-892E-D03F54212C1A}" srcOrd="0" destOrd="0" parTransId="{2E5D08A0-3C28-4CA2-A96B-7656AA74F972}" sibTransId="{3813C335-5C8E-4E28-905F-64B5A5630136}"/>
    <dgm:cxn modelId="{100B8DA3-BF9A-47CF-B2D1-6DCB5BC6C185}" srcId="{2A6170EB-F712-499D-83EE-773353BE3305}" destId="{A14620DD-84C8-4074-B9A4-8BCAEA6CB411}" srcOrd="5" destOrd="0" parTransId="{CC82FEA1-DDCE-4860-8E4C-96E8BDECD1E5}" sibTransId="{09963C5F-06F6-46A4-9A6D-0058952F0E26}"/>
    <dgm:cxn modelId="{916DA2A7-AEAA-4B68-8CEA-88E3D5A69D6D}" srcId="{2A6170EB-F712-499D-83EE-773353BE3305}" destId="{3E9337D1-1B9D-49DB-834A-004873D91582}" srcOrd="7" destOrd="0" parTransId="{C0E000E4-16FB-48E7-9774-0F25373930E0}" sibTransId="{941AA937-A977-433F-AE3D-C662A8D68F0C}"/>
    <dgm:cxn modelId="{42AED5AA-5DC0-49D2-B6E9-7D6E8DFD7A07}" type="presOf" srcId="{2A6170EB-F712-499D-83EE-773353BE3305}" destId="{BA964C5F-2369-48CF-A4CE-14C2160FBE0B}" srcOrd="0" destOrd="0" presId="urn:microsoft.com/office/officeart/2005/8/layout/process1"/>
    <dgm:cxn modelId="{220746AF-68D1-4AAC-B85D-CFFF7D08F02C}" type="presOf" srcId="{71D91BD0-09E9-4BB9-BAF1-9A2F8ACF81A8}" destId="{14B4323B-B743-4843-8954-692ACEEF564C}" srcOrd="1" destOrd="0" presId="urn:microsoft.com/office/officeart/2005/8/layout/process1"/>
    <dgm:cxn modelId="{F0822ABA-3420-453D-96AB-8C05162EDA9B}" type="presOf" srcId="{D8498B0A-6257-406C-BAFC-819D62490311}" destId="{F8FDBA7F-52FA-4EA6-A8BF-FBC7F457AEAB}" srcOrd="1" destOrd="0" presId="urn:microsoft.com/office/officeart/2005/8/layout/process1"/>
    <dgm:cxn modelId="{043119C6-6EC9-480C-9B8B-4BBED48E34CC}" type="presOf" srcId="{94CE4744-A5E1-43A2-8E14-7535F0D2DFF0}" destId="{5AB42F7C-3487-4F57-B87D-E7EE76350079}" srcOrd="1" destOrd="0" presId="urn:microsoft.com/office/officeart/2005/8/layout/process1"/>
    <dgm:cxn modelId="{B6AE1FCB-E02F-4795-8D3C-CB8FAB41F2E4}" type="presOf" srcId="{6DAF7FF0-8A57-4562-9A41-306E6127D798}" destId="{528DA61D-229A-4425-9625-197104D98AE8}" srcOrd="0" destOrd="0" presId="urn:microsoft.com/office/officeart/2005/8/layout/process1"/>
    <dgm:cxn modelId="{A59633CC-205B-45EE-A449-C01DD9B4A275}" type="presOf" srcId="{4B3F4B46-35CE-4DD9-89EB-4E8CE6529DB4}" destId="{727D88ED-67EC-4FE5-8869-ED21722F1385}" srcOrd="0" destOrd="0" presId="urn:microsoft.com/office/officeart/2005/8/layout/process1"/>
    <dgm:cxn modelId="{A9D416EE-1513-478D-AE4D-47FA38B6A266}" type="presOf" srcId="{C0C5913B-9A0C-49E8-892E-D03F54212C1A}" destId="{4B9BAF49-1508-4917-AA0E-D701E9840C96}" srcOrd="0" destOrd="0" presId="urn:microsoft.com/office/officeart/2005/8/layout/process1"/>
    <dgm:cxn modelId="{DC0CD8F0-2F6E-4E3D-97F8-1A2BAFE5E5ED}" type="presOf" srcId="{3E9337D1-1B9D-49DB-834A-004873D91582}" destId="{7157F014-144C-4139-AF85-888264AEB38A}" srcOrd="0" destOrd="0" presId="urn:microsoft.com/office/officeart/2005/8/layout/process1"/>
    <dgm:cxn modelId="{FB8A64F2-1105-4C9A-A876-3E27C932D03B}" srcId="{2A6170EB-F712-499D-83EE-773353BE3305}" destId="{921A75E3-6636-475C-94E3-6B02CCFF614F}" srcOrd="4" destOrd="0" parTransId="{4B6FF0E2-11DB-464F-97CC-68FF4DBCF72E}" sibTransId="{6DAF7FF0-8A57-4562-9A41-306E6127D798}"/>
    <dgm:cxn modelId="{A16C1FFA-6797-4F3A-A394-2AC962566182}" srcId="{2A6170EB-F712-499D-83EE-773353BE3305}" destId="{53FEBA03-8BE7-41E8-A586-B93EC70135F1}" srcOrd="3" destOrd="0" parTransId="{99AEB057-0B26-462E-A3E9-26B07EC14A91}" sibTransId="{71D91BD0-09E9-4BB9-BAF1-9A2F8ACF81A8}"/>
    <dgm:cxn modelId="{050801E1-FC41-4825-BB1F-F662B9538A9D}" type="presParOf" srcId="{BA964C5F-2369-48CF-A4CE-14C2160FBE0B}" destId="{4B9BAF49-1508-4917-AA0E-D701E9840C96}" srcOrd="0" destOrd="0" presId="urn:microsoft.com/office/officeart/2005/8/layout/process1"/>
    <dgm:cxn modelId="{3C8B8CFD-800F-488B-A042-6A68F5954DA4}" type="presParOf" srcId="{BA964C5F-2369-48CF-A4CE-14C2160FBE0B}" destId="{31D40BCC-5529-4C5C-B24A-4336F222A822}" srcOrd="1" destOrd="0" presId="urn:microsoft.com/office/officeart/2005/8/layout/process1"/>
    <dgm:cxn modelId="{A9B3C67B-9E6F-4E68-855A-236C78BC71DB}" type="presParOf" srcId="{31D40BCC-5529-4C5C-B24A-4336F222A822}" destId="{1BA6AE5C-EB29-4FDB-BD8B-6602BA6551E9}" srcOrd="0" destOrd="0" presId="urn:microsoft.com/office/officeart/2005/8/layout/process1"/>
    <dgm:cxn modelId="{09E0101E-C6B8-4C9A-A600-EC450DF725D9}" type="presParOf" srcId="{BA964C5F-2369-48CF-A4CE-14C2160FBE0B}" destId="{727D88ED-67EC-4FE5-8869-ED21722F1385}" srcOrd="2" destOrd="0" presId="urn:microsoft.com/office/officeart/2005/8/layout/process1"/>
    <dgm:cxn modelId="{E02F1BEC-F95B-45F4-8875-E7FF4F4A81E5}" type="presParOf" srcId="{BA964C5F-2369-48CF-A4CE-14C2160FBE0B}" destId="{1A165FCE-8022-4F89-A373-1876BC5CBE2E}" srcOrd="3" destOrd="0" presId="urn:microsoft.com/office/officeart/2005/8/layout/process1"/>
    <dgm:cxn modelId="{56CED8E5-A70A-4966-AF82-4890C7E46790}" type="presParOf" srcId="{1A165FCE-8022-4F89-A373-1876BC5CBE2E}" destId="{F8FDBA7F-52FA-4EA6-A8BF-FBC7F457AEAB}" srcOrd="0" destOrd="0" presId="urn:microsoft.com/office/officeart/2005/8/layout/process1"/>
    <dgm:cxn modelId="{73770996-1760-471B-B5E6-0B5E1209494F}" type="presParOf" srcId="{BA964C5F-2369-48CF-A4CE-14C2160FBE0B}" destId="{6E6FF7BB-61C7-48DD-AF5B-C42928236EAF}" srcOrd="4" destOrd="0" presId="urn:microsoft.com/office/officeart/2005/8/layout/process1"/>
    <dgm:cxn modelId="{93863BB9-A762-47FA-B17D-851D881AE22F}" type="presParOf" srcId="{BA964C5F-2369-48CF-A4CE-14C2160FBE0B}" destId="{8E7BD2D7-4727-4C0A-8316-0B7EE0268CD7}" srcOrd="5" destOrd="0" presId="urn:microsoft.com/office/officeart/2005/8/layout/process1"/>
    <dgm:cxn modelId="{1665C9CA-C9C9-49EE-93C2-DF62B0B36E41}" type="presParOf" srcId="{8E7BD2D7-4727-4C0A-8316-0B7EE0268CD7}" destId="{3A7CFA24-96AC-4DCD-A211-4146A7E9E4B0}" srcOrd="0" destOrd="0" presId="urn:microsoft.com/office/officeart/2005/8/layout/process1"/>
    <dgm:cxn modelId="{D1F4FDB2-EED1-42D7-B417-B5B7751E75FA}" type="presParOf" srcId="{BA964C5F-2369-48CF-A4CE-14C2160FBE0B}" destId="{B9F146FE-B6B6-4232-A131-2A2FA50D82A1}" srcOrd="6" destOrd="0" presId="urn:microsoft.com/office/officeart/2005/8/layout/process1"/>
    <dgm:cxn modelId="{0706A990-E959-4FEB-8837-25C9B2567BF8}" type="presParOf" srcId="{BA964C5F-2369-48CF-A4CE-14C2160FBE0B}" destId="{FB0848B0-DB0D-4E1F-82BD-5DDFC78C9DFC}" srcOrd="7" destOrd="0" presId="urn:microsoft.com/office/officeart/2005/8/layout/process1"/>
    <dgm:cxn modelId="{9D03AD09-AB6E-4CEC-94E3-5E304093C030}" type="presParOf" srcId="{FB0848B0-DB0D-4E1F-82BD-5DDFC78C9DFC}" destId="{14B4323B-B743-4843-8954-692ACEEF564C}" srcOrd="0" destOrd="0" presId="urn:microsoft.com/office/officeart/2005/8/layout/process1"/>
    <dgm:cxn modelId="{A8022AE9-AFA9-4FC6-A880-111114F2B53B}" type="presParOf" srcId="{BA964C5F-2369-48CF-A4CE-14C2160FBE0B}" destId="{9E97FECB-E34F-4C77-96CA-237663E0C4B5}" srcOrd="8" destOrd="0" presId="urn:microsoft.com/office/officeart/2005/8/layout/process1"/>
    <dgm:cxn modelId="{F35EA39B-9D33-47E9-AE6B-40E9D1162B40}" type="presParOf" srcId="{BA964C5F-2369-48CF-A4CE-14C2160FBE0B}" destId="{528DA61D-229A-4425-9625-197104D98AE8}" srcOrd="9" destOrd="0" presId="urn:microsoft.com/office/officeart/2005/8/layout/process1"/>
    <dgm:cxn modelId="{EE5C8675-22A8-45A2-919C-0D8695DC9C9C}" type="presParOf" srcId="{528DA61D-229A-4425-9625-197104D98AE8}" destId="{80D78C1B-4B72-4B3D-82F8-9F1CF77A1591}" srcOrd="0" destOrd="0" presId="urn:microsoft.com/office/officeart/2005/8/layout/process1"/>
    <dgm:cxn modelId="{BD45D8C1-05C1-466F-A405-C93192A26A13}" type="presParOf" srcId="{BA964C5F-2369-48CF-A4CE-14C2160FBE0B}" destId="{0B05CF4D-29D2-4507-BD07-40439B67B495}" srcOrd="10" destOrd="0" presId="urn:microsoft.com/office/officeart/2005/8/layout/process1"/>
    <dgm:cxn modelId="{6B943662-A3F2-4EB8-A954-466B0371DE5F}" type="presParOf" srcId="{BA964C5F-2369-48CF-A4CE-14C2160FBE0B}" destId="{82280339-27A9-4545-A7F0-D87D9A474BA9}" srcOrd="11" destOrd="0" presId="urn:microsoft.com/office/officeart/2005/8/layout/process1"/>
    <dgm:cxn modelId="{0DC1FC9F-642D-4797-A10F-4751C4747615}" type="presParOf" srcId="{82280339-27A9-4545-A7F0-D87D9A474BA9}" destId="{FB5C4E9C-EF1A-4F9D-84AF-ABED9594C3FB}" srcOrd="0" destOrd="0" presId="urn:microsoft.com/office/officeart/2005/8/layout/process1"/>
    <dgm:cxn modelId="{6CE5C135-DFE0-41D0-9C76-447B1B00E8D2}" type="presParOf" srcId="{BA964C5F-2369-48CF-A4CE-14C2160FBE0B}" destId="{103803F3-5CD1-4DAD-B9D1-3A60D7BF361D}" srcOrd="12" destOrd="0" presId="urn:microsoft.com/office/officeart/2005/8/layout/process1"/>
    <dgm:cxn modelId="{3FF8C571-0584-4394-AB38-720E04A3B681}" type="presParOf" srcId="{BA964C5F-2369-48CF-A4CE-14C2160FBE0B}" destId="{4CC07F55-735C-453B-90CB-FADEDADCAA93}" srcOrd="13" destOrd="0" presId="urn:microsoft.com/office/officeart/2005/8/layout/process1"/>
    <dgm:cxn modelId="{E23419D6-1F5A-4D05-B8EB-92CE4D127703}" type="presParOf" srcId="{4CC07F55-735C-453B-90CB-FADEDADCAA93}" destId="{5AB42F7C-3487-4F57-B87D-E7EE76350079}" srcOrd="0" destOrd="0" presId="urn:microsoft.com/office/officeart/2005/8/layout/process1"/>
    <dgm:cxn modelId="{37DC5925-0B9E-478F-8A95-1FF3DE49421F}" type="presParOf" srcId="{BA964C5F-2369-48CF-A4CE-14C2160FBE0B}" destId="{7157F014-144C-4139-AF85-888264AEB38A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D834A3-7417-4C89-83BC-4FD6E223DF2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FA2A595F-1BF6-4DF4-9B21-F4297A1B3313}">
      <dgm:prSet phldrT="[Texto]"/>
      <dgm:spPr/>
      <dgm:t>
        <a:bodyPr/>
        <a:lstStyle/>
        <a:p>
          <a:r>
            <a:rPr lang="pt-BR" dirty="0"/>
            <a:t>INTRODUÇÕES TEÓRICAS E APRESENTAÇÃO DO PROJETO</a:t>
          </a:r>
        </a:p>
      </dgm:t>
    </dgm:pt>
    <dgm:pt modelId="{B55BCBA0-4949-4569-A5F2-704A19A0138C}" type="parTrans" cxnId="{9DC74B7E-EC44-42AA-950A-8F7C067F93D9}">
      <dgm:prSet/>
      <dgm:spPr/>
      <dgm:t>
        <a:bodyPr/>
        <a:lstStyle/>
        <a:p>
          <a:endParaRPr lang="pt-BR"/>
        </a:p>
      </dgm:t>
    </dgm:pt>
    <dgm:pt modelId="{416FB08C-2400-46B4-8BD2-4370C0C858BE}" type="sibTrans" cxnId="{9DC74B7E-EC44-42AA-950A-8F7C067F93D9}">
      <dgm:prSet/>
      <dgm:spPr/>
      <dgm:t>
        <a:bodyPr/>
        <a:lstStyle/>
        <a:p>
          <a:endParaRPr lang="pt-BR"/>
        </a:p>
      </dgm:t>
    </dgm:pt>
    <dgm:pt modelId="{36B8F6CF-0DA0-4763-8BD7-4E82591BAF01}">
      <dgm:prSet phldrT="[Texto]"/>
      <dgm:spPr/>
      <dgm:t>
        <a:bodyPr/>
        <a:lstStyle/>
        <a:p>
          <a:r>
            <a:rPr lang="pt-BR" dirty="0"/>
            <a:t>ESTÚDIOS PARA O PROJETO</a:t>
          </a:r>
        </a:p>
      </dgm:t>
    </dgm:pt>
    <dgm:pt modelId="{1AE750D2-4180-473F-A5B1-89E76B5D70BD}" type="parTrans" cxnId="{5BFF4FB2-F685-4B83-81C1-4348EA7DD8B1}">
      <dgm:prSet/>
      <dgm:spPr/>
      <dgm:t>
        <a:bodyPr/>
        <a:lstStyle/>
        <a:p>
          <a:endParaRPr lang="pt-BR"/>
        </a:p>
      </dgm:t>
    </dgm:pt>
    <dgm:pt modelId="{6CB84D00-789F-4161-A303-802EDEF7721B}" type="sibTrans" cxnId="{5BFF4FB2-F685-4B83-81C1-4348EA7DD8B1}">
      <dgm:prSet/>
      <dgm:spPr/>
      <dgm:t>
        <a:bodyPr/>
        <a:lstStyle/>
        <a:p>
          <a:endParaRPr lang="pt-BR"/>
        </a:p>
      </dgm:t>
    </dgm:pt>
    <dgm:pt modelId="{4AEF4153-C569-47D4-9916-4D41A3C3182F}">
      <dgm:prSet phldrT="[Texto]"/>
      <dgm:spPr/>
      <dgm:t>
        <a:bodyPr/>
        <a:lstStyle/>
        <a:p>
          <a:r>
            <a:rPr lang="pt-BR" dirty="0"/>
            <a:t>AVALIAÇÃO DO PROJETO</a:t>
          </a:r>
        </a:p>
      </dgm:t>
    </dgm:pt>
    <dgm:pt modelId="{800AEFB0-0189-4D74-B5E3-B3EA5B4035C9}" type="parTrans" cxnId="{C8039E36-970E-4626-9F35-8DA516FF67DF}">
      <dgm:prSet/>
      <dgm:spPr/>
      <dgm:t>
        <a:bodyPr/>
        <a:lstStyle/>
        <a:p>
          <a:endParaRPr lang="pt-BR"/>
        </a:p>
      </dgm:t>
    </dgm:pt>
    <dgm:pt modelId="{465D4133-B87B-4C9F-8C49-7687AACEB691}" type="sibTrans" cxnId="{C8039E36-970E-4626-9F35-8DA516FF67DF}">
      <dgm:prSet/>
      <dgm:spPr/>
      <dgm:t>
        <a:bodyPr/>
        <a:lstStyle/>
        <a:p>
          <a:endParaRPr lang="pt-BR"/>
        </a:p>
      </dgm:t>
    </dgm:pt>
    <dgm:pt modelId="{4F7A30C6-1D7C-472C-8B5E-680C91969FAF}">
      <dgm:prSet phldrT="[Texto]"/>
      <dgm:spPr/>
      <dgm:t>
        <a:bodyPr/>
        <a:lstStyle/>
        <a:p>
          <a:r>
            <a:rPr lang="pt-BR" dirty="0"/>
            <a:t>QUIZ SOBRE O PROJETO</a:t>
          </a:r>
        </a:p>
      </dgm:t>
    </dgm:pt>
    <dgm:pt modelId="{EFFB8959-9E00-4DFE-8AFB-D53CDA52D00A}" type="parTrans" cxnId="{EB541A53-8C3A-4A0A-8FEF-38025937DA7C}">
      <dgm:prSet/>
      <dgm:spPr/>
      <dgm:t>
        <a:bodyPr/>
        <a:lstStyle/>
        <a:p>
          <a:endParaRPr lang="pt-BR"/>
        </a:p>
      </dgm:t>
    </dgm:pt>
    <dgm:pt modelId="{C17919E3-8B7D-408D-82E3-862F45D6D1EE}" type="sibTrans" cxnId="{EB541A53-8C3A-4A0A-8FEF-38025937DA7C}">
      <dgm:prSet/>
      <dgm:spPr/>
      <dgm:t>
        <a:bodyPr/>
        <a:lstStyle/>
        <a:p>
          <a:endParaRPr lang="pt-BR"/>
        </a:p>
      </dgm:t>
    </dgm:pt>
    <dgm:pt modelId="{29BE6D90-5CEF-4187-974C-5B1E5627CB19}" type="pres">
      <dgm:prSet presAssocID="{24D834A3-7417-4C89-83BC-4FD6E223DF2E}" presName="Name0" presStyleCnt="0">
        <dgm:presLayoutVars>
          <dgm:dir/>
          <dgm:animLvl val="lvl"/>
          <dgm:resizeHandles val="exact"/>
        </dgm:presLayoutVars>
      </dgm:prSet>
      <dgm:spPr/>
    </dgm:pt>
    <dgm:pt modelId="{488DFC6B-5CEC-4842-8D63-F6E2FBADCCC4}" type="pres">
      <dgm:prSet presAssocID="{FA2A595F-1BF6-4DF4-9B21-F4297A1B3313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CC0B69A-0894-4E2E-A60F-FA8D800E4CF1}" type="pres">
      <dgm:prSet presAssocID="{416FB08C-2400-46B4-8BD2-4370C0C858BE}" presName="parTxOnlySpace" presStyleCnt="0"/>
      <dgm:spPr/>
    </dgm:pt>
    <dgm:pt modelId="{EC010E22-9AA4-4F37-8845-52C72BCC2BAB}" type="pres">
      <dgm:prSet presAssocID="{36B8F6CF-0DA0-4763-8BD7-4E82591BAF01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C8D686F-D9EE-48FC-ADB9-3F38234148B3}" type="pres">
      <dgm:prSet presAssocID="{6CB84D00-789F-4161-A303-802EDEF7721B}" presName="parTxOnlySpace" presStyleCnt="0"/>
      <dgm:spPr/>
    </dgm:pt>
    <dgm:pt modelId="{41FBFB0A-AB6A-4C02-96D1-9ECF780C3B35}" type="pres">
      <dgm:prSet presAssocID="{4AEF4153-C569-47D4-9916-4D41A3C3182F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63D18F3-FD19-456A-ADB5-2BA7EF52F5EE}" type="pres">
      <dgm:prSet presAssocID="{465D4133-B87B-4C9F-8C49-7687AACEB691}" presName="parTxOnlySpace" presStyleCnt="0"/>
      <dgm:spPr/>
    </dgm:pt>
    <dgm:pt modelId="{A9C3A62F-CC47-4EF3-BB89-23429DFD6142}" type="pres">
      <dgm:prSet presAssocID="{4F7A30C6-1D7C-472C-8B5E-680C91969FAF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AC82105-3675-41CB-A947-E5A494719B40}" type="presOf" srcId="{4F7A30C6-1D7C-472C-8B5E-680C91969FAF}" destId="{A9C3A62F-CC47-4EF3-BB89-23429DFD6142}" srcOrd="0" destOrd="0" presId="urn:microsoft.com/office/officeart/2005/8/layout/chevron1"/>
    <dgm:cxn modelId="{51E3690B-575E-4C33-A950-237B44ACA250}" type="presOf" srcId="{24D834A3-7417-4C89-83BC-4FD6E223DF2E}" destId="{29BE6D90-5CEF-4187-974C-5B1E5627CB19}" srcOrd="0" destOrd="0" presId="urn:microsoft.com/office/officeart/2005/8/layout/chevron1"/>
    <dgm:cxn modelId="{C8039E36-970E-4626-9F35-8DA516FF67DF}" srcId="{24D834A3-7417-4C89-83BC-4FD6E223DF2E}" destId="{4AEF4153-C569-47D4-9916-4D41A3C3182F}" srcOrd="2" destOrd="0" parTransId="{800AEFB0-0189-4D74-B5E3-B3EA5B4035C9}" sibTransId="{465D4133-B87B-4C9F-8C49-7687AACEB691}"/>
    <dgm:cxn modelId="{EB541A53-8C3A-4A0A-8FEF-38025937DA7C}" srcId="{24D834A3-7417-4C89-83BC-4FD6E223DF2E}" destId="{4F7A30C6-1D7C-472C-8B5E-680C91969FAF}" srcOrd="3" destOrd="0" parTransId="{EFFB8959-9E00-4DFE-8AFB-D53CDA52D00A}" sibTransId="{C17919E3-8B7D-408D-82E3-862F45D6D1EE}"/>
    <dgm:cxn modelId="{9DC74B7E-EC44-42AA-950A-8F7C067F93D9}" srcId="{24D834A3-7417-4C89-83BC-4FD6E223DF2E}" destId="{FA2A595F-1BF6-4DF4-9B21-F4297A1B3313}" srcOrd="0" destOrd="0" parTransId="{B55BCBA0-4949-4569-A5F2-704A19A0138C}" sibTransId="{416FB08C-2400-46B4-8BD2-4370C0C858BE}"/>
    <dgm:cxn modelId="{476EBE80-6065-4736-88D1-F64E62B4CC2E}" type="presOf" srcId="{4AEF4153-C569-47D4-9916-4D41A3C3182F}" destId="{41FBFB0A-AB6A-4C02-96D1-9ECF780C3B35}" srcOrd="0" destOrd="0" presId="urn:microsoft.com/office/officeart/2005/8/layout/chevron1"/>
    <dgm:cxn modelId="{27E07989-3F61-4D90-988B-C1D9B17B3C38}" type="presOf" srcId="{FA2A595F-1BF6-4DF4-9B21-F4297A1B3313}" destId="{488DFC6B-5CEC-4842-8D63-F6E2FBADCCC4}" srcOrd="0" destOrd="0" presId="urn:microsoft.com/office/officeart/2005/8/layout/chevron1"/>
    <dgm:cxn modelId="{5BFF4FB2-F685-4B83-81C1-4348EA7DD8B1}" srcId="{24D834A3-7417-4C89-83BC-4FD6E223DF2E}" destId="{36B8F6CF-0DA0-4763-8BD7-4E82591BAF01}" srcOrd="1" destOrd="0" parTransId="{1AE750D2-4180-473F-A5B1-89E76B5D70BD}" sibTransId="{6CB84D00-789F-4161-A303-802EDEF7721B}"/>
    <dgm:cxn modelId="{850911F9-5610-4B3B-9B55-99ADB5F55C80}" type="presOf" srcId="{36B8F6CF-0DA0-4763-8BD7-4E82591BAF01}" destId="{EC010E22-9AA4-4F37-8845-52C72BCC2BAB}" srcOrd="0" destOrd="0" presId="urn:microsoft.com/office/officeart/2005/8/layout/chevron1"/>
    <dgm:cxn modelId="{636EF81C-54D3-46F0-8368-FF4AEF753C0E}" type="presParOf" srcId="{29BE6D90-5CEF-4187-974C-5B1E5627CB19}" destId="{488DFC6B-5CEC-4842-8D63-F6E2FBADCCC4}" srcOrd="0" destOrd="0" presId="urn:microsoft.com/office/officeart/2005/8/layout/chevron1"/>
    <dgm:cxn modelId="{1A73B256-AE18-4B3B-AF7E-C4C79DC33D07}" type="presParOf" srcId="{29BE6D90-5CEF-4187-974C-5B1E5627CB19}" destId="{ECC0B69A-0894-4E2E-A60F-FA8D800E4CF1}" srcOrd="1" destOrd="0" presId="urn:microsoft.com/office/officeart/2005/8/layout/chevron1"/>
    <dgm:cxn modelId="{DE6B81C0-9448-4DC2-B856-3EA52D6790E6}" type="presParOf" srcId="{29BE6D90-5CEF-4187-974C-5B1E5627CB19}" destId="{EC010E22-9AA4-4F37-8845-52C72BCC2BAB}" srcOrd="2" destOrd="0" presId="urn:microsoft.com/office/officeart/2005/8/layout/chevron1"/>
    <dgm:cxn modelId="{3C0C20D1-1E7B-41DB-BB17-F7E80E9BB06A}" type="presParOf" srcId="{29BE6D90-5CEF-4187-974C-5B1E5627CB19}" destId="{AC8D686F-D9EE-48FC-ADB9-3F38234148B3}" srcOrd="3" destOrd="0" presId="urn:microsoft.com/office/officeart/2005/8/layout/chevron1"/>
    <dgm:cxn modelId="{E95780E7-3BD0-4D04-9342-6513BFA19181}" type="presParOf" srcId="{29BE6D90-5CEF-4187-974C-5B1E5627CB19}" destId="{41FBFB0A-AB6A-4C02-96D1-9ECF780C3B35}" srcOrd="4" destOrd="0" presId="urn:microsoft.com/office/officeart/2005/8/layout/chevron1"/>
    <dgm:cxn modelId="{FBF6223C-ADCD-43D2-A3E7-CDAA90CE8615}" type="presParOf" srcId="{29BE6D90-5CEF-4187-974C-5B1E5627CB19}" destId="{B63D18F3-FD19-456A-ADB5-2BA7EF52F5EE}" srcOrd="5" destOrd="0" presId="urn:microsoft.com/office/officeart/2005/8/layout/chevron1"/>
    <dgm:cxn modelId="{5AF04660-781A-46C5-9581-87A33F8D54C3}" type="presParOf" srcId="{29BE6D90-5CEF-4187-974C-5B1E5627CB19}" destId="{A9C3A62F-CC47-4EF3-BB89-23429DFD614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BAF49-1508-4917-AA0E-D701E9840C96}">
      <dsp:nvSpPr>
        <dsp:cNvPr id="0" name=""/>
        <dsp:cNvSpPr/>
      </dsp:nvSpPr>
      <dsp:spPr>
        <a:xfrm>
          <a:off x="5933" y="213013"/>
          <a:ext cx="1129756" cy="22756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err="1"/>
            <a:t>LoopBack</a:t>
          </a:r>
          <a:endParaRPr lang="pt-BR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1 ponto</a:t>
          </a:r>
        </a:p>
      </dsp:txBody>
      <dsp:txXfrm>
        <a:off x="39022" y="246102"/>
        <a:ext cx="1063578" cy="2209431"/>
      </dsp:txXfrm>
    </dsp:sp>
    <dsp:sp modelId="{31D40BCC-5529-4C5C-B24A-4336F222A822}">
      <dsp:nvSpPr>
        <dsp:cNvPr id="0" name=""/>
        <dsp:cNvSpPr/>
      </dsp:nvSpPr>
      <dsp:spPr>
        <a:xfrm>
          <a:off x="1238513" y="1223318"/>
          <a:ext cx="217984" cy="255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1238513" y="1274318"/>
        <a:ext cx="152589" cy="153000"/>
      </dsp:txXfrm>
    </dsp:sp>
    <dsp:sp modelId="{727D88ED-67EC-4FE5-8869-ED21722F1385}">
      <dsp:nvSpPr>
        <dsp:cNvPr id="0" name=""/>
        <dsp:cNvSpPr/>
      </dsp:nvSpPr>
      <dsp:spPr>
        <a:xfrm>
          <a:off x="1546982" y="215545"/>
          <a:ext cx="822418" cy="22705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err="1"/>
            <a:t>Client</a:t>
          </a:r>
          <a:r>
            <a:rPr lang="pt-BR" sz="1400" b="1" kern="1200" dirty="0"/>
            <a:t>-Server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1 ponto</a:t>
          </a:r>
        </a:p>
      </dsp:txBody>
      <dsp:txXfrm>
        <a:off x="1571070" y="239633"/>
        <a:ext cx="774242" cy="2222370"/>
      </dsp:txXfrm>
    </dsp:sp>
    <dsp:sp modelId="{1A165FCE-8022-4F89-A373-1876BC5CBE2E}">
      <dsp:nvSpPr>
        <dsp:cNvPr id="0" name=""/>
        <dsp:cNvSpPr/>
      </dsp:nvSpPr>
      <dsp:spPr>
        <a:xfrm>
          <a:off x="2472224" y="1223318"/>
          <a:ext cx="217984" cy="255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2472224" y="1274318"/>
        <a:ext cx="152589" cy="153000"/>
      </dsp:txXfrm>
    </dsp:sp>
    <dsp:sp modelId="{6E6FF7BB-61C7-48DD-AF5B-C42928236EAF}">
      <dsp:nvSpPr>
        <dsp:cNvPr id="0" name=""/>
        <dsp:cNvSpPr/>
      </dsp:nvSpPr>
      <dsp:spPr>
        <a:xfrm>
          <a:off x="2780692" y="215545"/>
          <a:ext cx="991398" cy="22705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Datagrama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1,5 ponto</a:t>
          </a:r>
        </a:p>
      </dsp:txBody>
      <dsp:txXfrm>
        <a:off x="2809729" y="244582"/>
        <a:ext cx="933324" cy="2212472"/>
      </dsp:txXfrm>
    </dsp:sp>
    <dsp:sp modelId="{8E7BD2D7-4727-4C0A-8316-0B7EE0268CD7}">
      <dsp:nvSpPr>
        <dsp:cNvPr id="0" name=""/>
        <dsp:cNvSpPr/>
      </dsp:nvSpPr>
      <dsp:spPr>
        <a:xfrm>
          <a:off x="3874913" y="1223318"/>
          <a:ext cx="217984" cy="255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3874913" y="1274318"/>
        <a:ext cx="152589" cy="153000"/>
      </dsp:txXfrm>
    </dsp:sp>
    <dsp:sp modelId="{B9F146FE-B6B6-4232-A131-2A2FA50D82A1}">
      <dsp:nvSpPr>
        <dsp:cNvPr id="0" name=""/>
        <dsp:cNvSpPr/>
      </dsp:nvSpPr>
      <dsp:spPr>
        <a:xfrm>
          <a:off x="4183382" y="215545"/>
          <a:ext cx="969260" cy="22705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CRC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0,5 ponto</a:t>
          </a:r>
        </a:p>
      </dsp:txBody>
      <dsp:txXfrm>
        <a:off x="4211771" y="243934"/>
        <a:ext cx="912482" cy="2213768"/>
      </dsp:txXfrm>
    </dsp:sp>
    <dsp:sp modelId="{FB0848B0-DB0D-4E1F-82BD-5DDFC78C9DFC}">
      <dsp:nvSpPr>
        <dsp:cNvPr id="0" name=""/>
        <dsp:cNvSpPr/>
      </dsp:nvSpPr>
      <dsp:spPr>
        <a:xfrm>
          <a:off x="5255466" y="1223318"/>
          <a:ext cx="217984" cy="255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5255466" y="1274318"/>
        <a:ext cx="152589" cy="153000"/>
      </dsp:txXfrm>
    </dsp:sp>
    <dsp:sp modelId="{9E97FECB-E34F-4C77-96CA-237663E0C4B5}">
      <dsp:nvSpPr>
        <dsp:cNvPr id="0" name=""/>
        <dsp:cNvSpPr/>
      </dsp:nvSpPr>
      <dsp:spPr>
        <a:xfrm>
          <a:off x="5563934" y="205848"/>
          <a:ext cx="1005865" cy="22899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Serialização UART  em baixo nível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1,5 ponto</a:t>
          </a:r>
        </a:p>
      </dsp:txBody>
      <dsp:txXfrm>
        <a:off x="5593395" y="235309"/>
        <a:ext cx="946943" cy="2231018"/>
      </dsp:txXfrm>
    </dsp:sp>
    <dsp:sp modelId="{528DA61D-229A-4425-9625-197104D98AE8}">
      <dsp:nvSpPr>
        <dsp:cNvPr id="0" name=""/>
        <dsp:cNvSpPr/>
      </dsp:nvSpPr>
      <dsp:spPr>
        <a:xfrm>
          <a:off x="6672623" y="1223318"/>
          <a:ext cx="217984" cy="255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6672623" y="1274318"/>
        <a:ext cx="152589" cy="153000"/>
      </dsp:txXfrm>
    </dsp:sp>
    <dsp:sp modelId="{0B05CF4D-29D2-4507-BD07-40439B67B495}">
      <dsp:nvSpPr>
        <dsp:cNvPr id="0" name=""/>
        <dsp:cNvSpPr/>
      </dsp:nvSpPr>
      <dsp:spPr>
        <a:xfrm>
          <a:off x="6981091" y="172422"/>
          <a:ext cx="995922" cy="2356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DTMF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1 ponto</a:t>
          </a:r>
        </a:p>
      </dsp:txBody>
      <dsp:txXfrm>
        <a:off x="7010261" y="201592"/>
        <a:ext cx="937582" cy="2298451"/>
      </dsp:txXfrm>
    </dsp:sp>
    <dsp:sp modelId="{82280339-27A9-4545-A7F0-D87D9A474BA9}">
      <dsp:nvSpPr>
        <dsp:cNvPr id="0" name=""/>
        <dsp:cNvSpPr/>
      </dsp:nvSpPr>
      <dsp:spPr>
        <a:xfrm>
          <a:off x="8079837" y="1223318"/>
          <a:ext cx="217984" cy="255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8079837" y="1274318"/>
        <a:ext cx="152589" cy="153000"/>
      </dsp:txXfrm>
    </dsp:sp>
    <dsp:sp modelId="{282DB87A-61F9-404D-BE65-4B8C18795C09}">
      <dsp:nvSpPr>
        <dsp:cNvPr id="0" name=""/>
        <dsp:cNvSpPr/>
      </dsp:nvSpPr>
      <dsp:spPr>
        <a:xfrm>
          <a:off x="8388305" y="233499"/>
          <a:ext cx="848782" cy="2234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Filtro digital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1,5 ponto</a:t>
          </a:r>
        </a:p>
      </dsp:txBody>
      <dsp:txXfrm>
        <a:off x="8413165" y="258359"/>
        <a:ext cx="799062" cy="2184918"/>
      </dsp:txXfrm>
    </dsp:sp>
    <dsp:sp modelId="{FD833EFF-B901-4785-ADC6-9994565C81F7}">
      <dsp:nvSpPr>
        <dsp:cNvPr id="0" name=""/>
        <dsp:cNvSpPr/>
      </dsp:nvSpPr>
      <dsp:spPr>
        <a:xfrm>
          <a:off x="9339911" y="1223318"/>
          <a:ext cx="217984" cy="255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/>
        </a:p>
      </dsp:txBody>
      <dsp:txXfrm>
        <a:off x="9339911" y="1274318"/>
        <a:ext cx="152589" cy="153000"/>
      </dsp:txXfrm>
    </dsp:sp>
    <dsp:sp modelId="{925D5CC3-7755-451B-9890-18BF0A88974C}">
      <dsp:nvSpPr>
        <dsp:cNvPr id="0" name=""/>
        <dsp:cNvSpPr/>
      </dsp:nvSpPr>
      <dsp:spPr>
        <a:xfrm>
          <a:off x="9648380" y="233499"/>
          <a:ext cx="848782" cy="2234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Modulação AM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1,5 ponto</a:t>
          </a:r>
        </a:p>
      </dsp:txBody>
      <dsp:txXfrm>
        <a:off x="9673240" y="258359"/>
        <a:ext cx="799062" cy="2184918"/>
      </dsp:txXfrm>
    </dsp:sp>
    <dsp:sp modelId="{C20ECBF4-4A9D-4E1E-932A-D41022C64F8A}">
      <dsp:nvSpPr>
        <dsp:cNvPr id="0" name=""/>
        <dsp:cNvSpPr/>
      </dsp:nvSpPr>
      <dsp:spPr>
        <a:xfrm rot="34187">
          <a:off x="10601464" y="1229675"/>
          <a:ext cx="221140" cy="255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/>
        </a:p>
      </dsp:txBody>
      <dsp:txXfrm>
        <a:off x="10601466" y="1280345"/>
        <a:ext cx="154798" cy="153000"/>
      </dsp:txXfrm>
    </dsp:sp>
    <dsp:sp modelId="{7157F014-144C-4139-AF85-888264AEB38A}">
      <dsp:nvSpPr>
        <dsp:cNvPr id="0" name=""/>
        <dsp:cNvSpPr/>
      </dsp:nvSpPr>
      <dsp:spPr>
        <a:xfrm>
          <a:off x="10914388" y="260177"/>
          <a:ext cx="1028229" cy="22082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Produção científica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0,5 ponto</a:t>
          </a:r>
        </a:p>
      </dsp:txBody>
      <dsp:txXfrm>
        <a:off x="10944504" y="290293"/>
        <a:ext cx="967997" cy="21480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BAF49-1508-4917-AA0E-D701E9840C96}">
      <dsp:nvSpPr>
        <dsp:cNvPr id="0" name=""/>
        <dsp:cNvSpPr/>
      </dsp:nvSpPr>
      <dsp:spPr>
        <a:xfrm>
          <a:off x="6460" y="1056918"/>
          <a:ext cx="978711" cy="587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err="1"/>
            <a:t>LoopBack</a:t>
          </a:r>
          <a:endParaRPr lang="pt-BR" sz="1400" b="1" kern="1200" dirty="0"/>
        </a:p>
      </dsp:txBody>
      <dsp:txXfrm>
        <a:off x="23676" y="1074134"/>
        <a:ext cx="944279" cy="553368"/>
      </dsp:txXfrm>
    </dsp:sp>
    <dsp:sp modelId="{31D40BCC-5529-4C5C-B24A-4336F222A822}">
      <dsp:nvSpPr>
        <dsp:cNvPr id="0" name=""/>
        <dsp:cNvSpPr/>
      </dsp:nvSpPr>
      <dsp:spPr>
        <a:xfrm>
          <a:off x="1083043" y="1229458"/>
          <a:ext cx="207486" cy="2427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1083043" y="1278002"/>
        <a:ext cx="145240" cy="145632"/>
      </dsp:txXfrm>
    </dsp:sp>
    <dsp:sp modelId="{727D88ED-67EC-4FE5-8869-ED21722F1385}">
      <dsp:nvSpPr>
        <dsp:cNvPr id="0" name=""/>
        <dsp:cNvSpPr/>
      </dsp:nvSpPr>
      <dsp:spPr>
        <a:xfrm>
          <a:off x="1376656" y="1056918"/>
          <a:ext cx="978711" cy="587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err="1"/>
            <a:t>Client</a:t>
          </a:r>
          <a:r>
            <a:rPr lang="pt-BR" sz="1400" b="1" kern="1200" dirty="0"/>
            <a:t>-Server</a:t>
          </a:r>
        </a:p>
      </dsp:txBody>
      <dsp:txXfrm>
        <a:off x="1393872" y="1074134"/>
        <a:ext cx="944279" cy="553368"/>
      </dsp:txXfrm>
    </dsp:sp>
    <dsp:sp modelId="{1A165FCE-8022-4F89-A373-1876BC5CBE2E}">
      <dsp:nvSpPr>
        <dsp:cNvPr id="0" name=""/>
        <dsp:cNvSpPr/>
      </dsp:nvSpPr>
      <dsp:spPr>
        <a:xfrm>
          <a:off x="2453238" y="1229458"/>
          <a:ext cx="207486" cy="2427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2453238" y="1278002"/>
        <a:ext cx="145240" cy="145632"/>
      </dsp:txXfrm>
    </dsp:sp>
    <dsp:sp modelId="{6E6FF7BB-61C7-48DD-AF5B-C42928236EAF}">
      <dsp:nvSpPr>
        <dsp:cNvPr id="0" name=""/>
        <dsp:cNvSpPr/>
      </dsp:nvSpPr>
      <dsp:spPr>
        <a:xfrm>
          <a:off x="2746852" y="1056918"/>
          <a:ext cx="1210137" cy="587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Datagrama</a:t>
          </a:r>
        </a:p>
      </dsp:txBody>
      <dsp:txXfrm>
        <a:off x="2764068" y="1074134"/>
        <a:ext cx="1175705" cy="553368"/>
      </dsp:txXfrm>
    </dsp:sp>
    <dsp:sp modelId="{8E7BD2D7-4727-4C0A-8316-0B7EE0268CD7}">
      <dsp:nvSpPr>
        <dsp:cNvPr id="0" name=""/>
        <dsp:cNvSpPr/>
      </dsp:nvSpPr>
      <dsp:spPr>
        <a:xfrm>
          <a:off x="4054860" y="1229458"/>
          <a:ext cx="207486" cy="2427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4054860" y="1278002"/>
        <a:ext cx="145240" cy="145632"/>
      </dsp:txXfrm>
    </dsp:sp>
    <dsp:sp modelId="{B9F146FE-B6B6-4232-A131-2A2FA50D82A1}">
      <dsp:nvSpPr>
        <dsp:cNvPr id="0" name=""/>
        <dsp:cNvSpPr/>
      </dsp:nvSpPr>
      <dsp:spPr>
        <a:xfrm>
          <a:off x="4348473" y="1056918"/>
          <a:ext cx="670152" cy="587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CRC</a:t>
          </a:r>
        </a:p>
      </dsp:txBody>
      <dsp:txXfrm>
        <a:off x="4365689" y="1074134"/>
        <a:ext cx="635720" cy="553368"/>
      </dsp:txXfrm>
    </dsp:sp>
    <dsp:sp modelId="{FB0848B0-DB0D-4E1F-82BD-5DDFC78C9DFC}">
      <dsp:nvSpPr>
        <dsp:cNvPr id="0" name=""/>
        <dsp:cNvSpPr/>
      </dsp:nvSpPr>
      <dsp:spPr>
        <a:xfrm>
          <a:off x="5116497" y="1229458"/>
          <a:ext cx="207486" cy="2427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5116497" y="1278002"/>
        <a:ext cx="145240" cy="145632"/>
      </dsp:txXfrm>
    </dsp:sp>
    <dsp:sp modelId="{9E97FECB-E34F-4C77-96CA-237663E0C4B5}">
      <dsp:nvSpPr>
        <dsp:cNvPr id="0" name=""/>
        <dsp:cNvSpPr/>
      </dsp:nvSpPr>
      <dsp:spPr>
        <a:xfrm>
          <a:off x="5410111" y="1056918"/>
          <a:ext cx="1269603" cy="587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Serialização em baixo nível</a:t>
          </a:r>
        </a:p>
      </dsp:txBody>
      <dsp:txXfrm>
        <a:off x="5427327" y="1074134"/>
        <a:ext cx="1235171" cy="553368"/>
      </dsp:txXfrm>
    </dsp:sp>
    <dsp:sp modelId="{528DA61D-229A-4425-9625-197104D98AE8}">
      <dsp:nvSpPr>
        <dsp:cNvPr id="0" name=""/>
        <dsp:cNvSpPr/>
      </dsp:nvSpPr>
      <dsp:spPr>
        <a:xfrm>
          <a:off x="6777585" y="1229458"/>
          <a:ext cx="207486" cy="2427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6777585" y="1278002"/>
        <a:ext cx="145240" cy="145632"/>
      </dsp:txXfrm>
    </dsp:sp>
    <dsp:sp modelId="{0B05CF4D-29D2-4507-BD07-40439B67B495}">
      <dsp:nvSpPr>
        <dsp:cNvPr id="0" name=""/>
        <dsp:cNvSpPr/>
      </dsp:nvSpPr>
      <dsp:spPr>
        <a:xfrm>
          <a:off x="7071199" y="1056918"/>
          <a:ext cx="696783" cy="587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DTMF</a:t>
          </a:r>
        </a:p>
      </dsp:txBody>
      <dsp:txXfrm>
        <a:off x="7088415" y="1074134"/>
        <a:ext cx="662351" cy="553368"/>
      </dsp:txXfrm>
    </dsp:sp>
    <dsp:sp modelId="{82280339-27A9-4545-A7F0-D87D9A474BA9}">
      <dsp:nvSpPr>
        <dsp:cNvPr id="0" name=""/>
        <dsp:cNvSpPr/>
      </dsp:nvSpPr>
      <dsp:spPr>
        <a:xfrm>
          <a:off x="7865854" y="1229458"/>
          <a:ext cx="207486" cy="2427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7865854" y="1278002"/>
        <a:ext cx="145240" cy="145632"/>
      </dsp:txXfrm>
    </dsp:sp>
    <dsp:sp modelId="{282DB87A-61F9-404D-BE65-4B8C18795C09}">
      <dsp:nvSpPr>
        <dsp:cNvPr id="0" name=""/>
        <dsp:cNvSpPr/>
      </dsp:nvSpPr>
      <dsp:spPr>
        <a:xfrm>
          <a:off x="8159467" y="1056918"/>
          <a:ext cx="978711" cy="587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Modulação AM</a:t>
          </a:r>
        </a:p>
      </dsp:txBody>
      <dsp:txXfrm>
        <a:off x="8176683" y="1074134"/>
        <a:ext cx="944279" cy="553368"/>
      </dsp:txXfrm>
    </dsp:sp>
    <dsp:sp modelId="{FD833EFF-B901-4785-ADC6-9994565C81F7}">
      <dsp:nvSpPr>
        <dsp:cNvPr id="0" name=""/>
        <dsp:cNvSpPr/>
      </dsp:nvSpPr>
      <dsp:spPr>
        <a:xfrm rot="26508">
          <a:off x="9229137" y="1234676"/>
          <a:ext cx="192843" cy="2427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00" kern="1200"/>
        </a:p>
      </dsp:txBody>
      <dsp:txXfrm>
        <a:off x="9229138" y="1282997"/>
        <a:ext cx="134990" cy="145632"/>
      </dsp:txXfrm>
    </dsp:sp>
    <dsp:sp modelId="{103803F3-5CD1-4DAD-B9D1-3A60D7BF361D}">
      <dsp:nvSpPr>
        <dsp:cNvPr id="0" name=""/>
        <dsp:cNvSpPr/>
      </dsp:nvSpPr>
      <dsp:spPr>
        <a:xfrm>
          <a:off x="9502024" y="1073391"/>
          <a:ext cx="1036298" cy="5760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Filtros digitais </a:t>
          </a:r>
        </a:p>
      </dsp:txBody>
      <dsp:txXfrm>
        <a:off x="9518895" y="1090262"/>
        <a:ext cx="1002556" cy="542261"/>
      </dsp:txXfrm>
    </dsp:sp>
    <dsp:sp modelId="{4CC07F55-735C-453B-90CB-FADEDADCAA93}">
      <dsp:nvSpPr>
        <dsp:cNvPr id="0" name=""/>
        <dsp:cNvSpPr/>
      </dsp:nvSpPr>
      <dsp:spPr>
        <a:xfrm rot="21531946">
          <a:off x="10644696" y="1225434"/>
          <a:ext cx="225603" cy="2427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10644703" y="1274648"/>
        <a:ext cx="157922" cy="145632"/>
      </dsp:txXfrm>
    </dsp:sp>
    <dsp:sp modelId="{7157F014-144C-4139-AF85-888264AEB38A}">
      <dsp:nvSpPr>
        <dsp:cNvPr id="0" name=""/>
        <dsp:cNvSpPr/>
      </dsp:nvSpPr>
      <dsp:spPr>
        <a:xfrm>
          <a:off x="10963906" y="1039119"/>
          <a:ext cx="978711" cy="587800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bg1"/>
              </a:solidFill>
            </a:rPr>
            <a:t>Produção científica</a:t>
          </a:r>
        </a:p>
      </dsp:txBody>
      <dsp:txXfrm>
        <a:off x="10981122" y="1056335"/>
        <a:ext cx="944279" cy="5533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BAF49-1508-4917-AA0E-D701E9840C96}">
      <dsp:nvSpPr>
        <dsp:cNvPr id="0" name=""/>
        <dsp:cNvSpPr/>
      </dsp:nvSpPr>
      <dsp:spPr>
        <a:xfrm>
          <a:off x="2020" y="982165"/>
          <a:ext cx="1077343" cy="737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err="1"/>
            <a:t>LoopBack</a:t>
          </a:r>
          <a:endParaRPr lang="pt-BR" sz="1400" b="1" kern="1200" dirty="0"/>
        </a:p>
      </dsp:txBody>
      <dsp:txXfrm>
        <a:off x="23615" y="1003760"/>
        <a:ext cx="1034153" cy="694116"/>
      </dsp:txXfrm>
    </dsp:sp>
    <dsp:sp modelId="{31D40BCC-5529-4C5C-B24A-4336F222A822}">
      <dsp:nvSpPr>
        <dsp:cNvPr id="0" name=""/>
        <dsp:cNvSpPr/>
      </dsp:nvSpPr>
      <dsp:spPr>
        <a:xfrm>
          <a:off x="1187097" y="1217227"/>
          <a:ext cx="228396" cy="267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1187097" y="1270663"/>
        <a:ext cx="159877" cy="160309"/>
      </dsp:txXfrm>
    </dsp:sp>
    <dsp:sp modelId="{727D88ED-67EC-4FE5-8869-ED21722F1385}">
      <dsp:nvSpPr>
        <dsp:cNvPr id="0" name=""/>
        <dsp:cNvSpPr/>
      </dsp:nvSpPr>
      <dsp:spPr>
        <a:xfrm>
          <a:off x="1510300" y="982165"/>
          <a:ext cx="1077343" cy="737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err="1"/>
            <a:t>Client</a:t>
          </a:r>
          <a:r>
            <a:rPr lang="pt-BR" sz="1400" b="1" kern="1200" dirty="0"/>
            <a:t>-Server</a:t>
          </a:r>
        </a:p>
      </dsp:txBody>
      <dsp:txXfrm>
        <a:off x="1531895" y="1003760"/>
        <a:ext cx="1034153" cy="694116"/>
      </dsp:txXfrm>
    </dsp:sp>
    <dsp:sp modelId="{1A165FCE-8022-4F89-A373-1876BC5CBE2E}">
      <dsp:nvSpPr>
        <dsp:cNvPr id="0" name=""/>
        <dsp:cNvSpPr/>
      </dsp:nvSpPr>
      <dsp:spPr>
        <a:xfrm>
          <a:off x="2695377" y="1217227"/>
          <a:ext cx="228396" cy="267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2695377" y="1270663"/>
        <a:ext cx="159877" cy="160309"/>
      </dsp:txXfrm>
    </dsp:sp>
    <dsp:sp modelId="{6E6FF7BB-61C7-48DD-AF5B-C42928236EAF}">
      <dsp:nvSpPr>
        <dsp:cNvPr id="0" name=""/>
        <dsp:cNvSpPr/>
      </dsp:nvSpPr>
      <dsp:spPr>
        <a:xfrm>
          <a:off x="3018580" y="982165"/>
          <a:ext cx="1077343" cy="737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Datagrama</a:t>
          </a:r>
        </a:p>
      </dsp:txBody>
      <dsp:txXfrm>
        <a:off x="3040175" y="1003760"/>
        <a:ext cx="1034153" cy="694116"/>
      </dsp:txXfrm>
    </dsp:sp>
    <dsp:sp modelId="{8E7BD2D7-4727-4C0A-8316-0B7EE0268CD7}">
      <dsp:nvSpPr>
        <dsp:cNvPr id="0" name=""/>
        <dsp:cNvSpPr/>
      </dsp:nvSpPr>
      <dsp:spPr>
        <a:xfrm>
          <a:off x="4203657" y="1217227"/>
          <a:ext cx="228396" cy="267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4203657" y="1270663"/>
        <a:ext cx="159877" cy="160309"/>
      </dsp:txXfrm>
    </dsp:sp>
    <dsp:sp modelId="{B9F146FE-B6B6-4232-A131-2A2FA50D82A1}">
      <dsp:nvSpPr>
        <dsp:cNvPr id="0" name=""/>
        <dsp:cNvSpPr/>
      </dsp:nvSpPr>
      <dsp:spPr>
        <a:xfrm>
          <a:off x="4526860" y="982165"/>
          <a:ext cx="1077343" cy="737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CRC</a:t>
          </a:r>
        </a:p>
      </dsp:txBody>
      <dsp:txXfrm>
        <a:off x="4548455" y="1003760"/>
        <a:ext cx="1034153" cy="694116"/>
      </dsp:txXfrm>
    </dsp:sp>
    <dsp:sp modelId="{FB0848B0-DB0D-4E1F-82BD-5DDFC78C9DFC}">
      <dsp:nvSpPr>
        <dsp:cNvPr id="0" name=""/>
        <dsp:cNvSpPr/>
      </dsp:nvSpPr>
      <dsp:spPr>
        <a:xfrm>
          <a:off x="5711938" y="1217227"/>
          <a:ext cx="228396" cy="267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5711938" y="1270663"/>
        <a:ext cx="159877" cy="160309"/>
      </dsp:txXfrm>
    </dsp:sp>
    <dsp:sp modelId="{9E97FECB-E34F-4C77-96CA-237663E0C4B5}">
      <dsp:nvSpPr>
        <dsp:cNvPr id="0" name=""/>
        <dsp:cNvSpPr/>
      </dsp:nvSpPr>
      <dsp:spPr>
        <a:xfrm>
          <a:off x="6035141" y="982165"/>
          <a:ext cx="1077343" cy="737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Serialização em baixo nível</a:t>
          </a:r>
        </a:p>
      </dsp:txBody>
      <dsp:txXfrm>
        <a:off x="6056736" y="1003760"/>
        <a:ext cx="1034153" cy="694116"/>
      </dsp:txXfrm>
    </dsp:sp>
    <dsp:sp modelId="{528DA61D-229A-4425-9625-197104D98AE8}">
      <dsp:nvSpPr>
        <dsp:cNvPr id="0" name=""/>
        <dsp:cNvSpPr/>
      </dsp:nvSpPr>
      <dsp:spPr>
        <a:xfrm>
          <a:off x="7220218" y="1217227"/>
          <a:ext cx="228396" cy="267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7220218" y="1270663"/>
        <a:ext cx="159877" cy="160309"/>
      </dsp:txXfrm>
    </dsp:sp>
    <dsp:sp modelId="{0B05CF4D-29D2-4507-BD07-40439B67B495}">
      <dsp:nvSpPr>
        <dsp:cNvPr id="0" name=""/>
        <dsp:cNvSpPr/>
      </dsp:nvSpPr>
      <dsp:spPr>
        <a:xfrm>
          <a:off x="7543421" y="982165"/>
          <a:ext cx="1077343" cy="737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DTMF</a:t>
          </a:r>
        </a:p>
      </dsp:txBody>
      <dsp:txXfrm>
        <a:off x="7565016" y="1003760"/>
        <a:ext cx="1034153" cy="694116"/>
      </dsp:txXfrm>
    </dsp:sp>
    <dsp:sp modelId="{82280339-27A9-4545-A7F0-D87D9A474BA9}">
      <dsp:nvSpPr>
        <dsp:cNvPr id="0" name=""/>
        <dsp:cNvSpPr/>
      </dsp:nvSpPr>
      <dsp:spPr>
        <a:xfrm rot="27983">
          <a:off x="8720889" y="1223291"/>
          <a:ext cx="212278" cy="267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8720890" y="1276468"/>
        <a:ext cx="148595" cy="160309"/>
      </dsp:txXfrm>
    </dsp:sp>
    <dsp:sp modelId="{103803F3-5CD1-4DAD-B9D1-3A60D7BF361D}">
      <dsp:nvSpPr>
        <dsp:cNvPr id="0" name=""/>
        <dsp:cNvSpPr/>
      </dsp:nvSpPr>
      <dsp:spPr>
        <a:xfrm>
          <a:off x="9021277" y="1002828"/>
          <a:ext cx="1380615" cy="722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Modulação AM</a:t>
          </a:r>
        </a:p>
      </dsp:txBody>
      <dsp:txXfrm>
        <a:off x="9042439" y="1023990"/>
        <a:ext cx="1338291" cy="680184"/>
      </dsp:txXfrm>
    </dsp:sp>
    <dsp:sp modelId="{4CC07F55-735C-453B-90CB-FADEDADCAA93}">
      <dsp:nvSpPr>
        <dsp:cNvPr id="0" name=""/>
        <dsp:cNvSpPr/>
      </dsp:nvSpPr>
      <dsp:spPr>
        <a:xfrm rot="21547061">
          <a:off x="10479076" y="1217411"/>
          <a:ext cx="163670" cy="267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1" kern="1200"/>
        </a:p>
      </dsp:txBody>
      <dsp:txXfrm>
        <a:off x="10479079" y="1271225"/>
        <a:ext cx="114569" cy="160309"/>
      </dsp:txXfrm>
    </dsp:sp>
    <dsp:sp modelId="{7157F014-144C-4139-AF85-888264AEB38A}">
      <dsp:nvSpPr>
        <dsp:cNvPr id="0" name=""/>
        <dsp:cNvSpPr/>
      </dsp:nvSpPr>
      <dsp:spPr>
        <a:xfrm>
          <a:off x="10710667" y="971747"/>
          <a:ext cx="1077343" cy="737306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Produção científica</a:t>
          </a:r>
        </a:p>
      </dsp:txBody>
      <dsp:txXfrm>
        <a:off x="10732262" y="993342"/>
        <a:ext cx="1034153" cy="6941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DFC6B-5CEC-4842-8D63-F6E2FBADCCC4}">
      <dsp:nvSpPr>
        <dsp:cNvPr id="0" name=""/>
        <dsp:cNvSpPr/>
      </dsp:nvSpPr>
      <dsp:spPr>
        <a:xfrm>
          <a:off x="3770" y="656164"/>
          <a:ext cx="2194718" cy="877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INTRODUÇÕES TEÓRICAS E APRESENTAÇÃO DO PROJETO</a:t>
          </a:r>
        </a:p>
      </dsp:txBody>
      <dsp:txXfrm>
        <a:off x="442714" y="656164"/>
        <a:ext cx="1316831" cy="877887"/>
      </dsp:txXfrm>
    </dsp:sp>
    <dsp:sp modelId="{EC010E22-9AA4-4F37-8845-52C72BCC2BAB}">
      <dsp:nvSpPr>
        <dsp:cNvPr id="0" name=""/>
        <dsp:cNvSpPr/>
      </dsp:nvSpPr>
      <dsp:spPr>
        <a:xfrm>
          <a:off x="1979017" y="656164"/>
          <a:ext cx="2194718" cy="877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ESTÚDIOS PARA O PROJETO</a:t>
          </a:r>
        </a:p>
      </dsp:txBody>
      <dsp:txXfrm>
        <a:off x="2417961" y="656164"/>
        <a:ext cx="1316831" cy="877887"/>
      </dsp:txXfrm>
    </dsp:sp>
    <dsp:sp modelId="{41FBFB0A-AB6A-4C02-96D1-9ECF780C3B35}">
      <dsp:nvSpPr>
        <dsp:cNvPr id="0" name=""/>
        <dsp:cNvSpPr/>
      </dsp:nvSpPr>
      <dsp:spPr>
        <a:xfrm>
          <a:off x="3954264" y="656164"/>
          <a:ext cx="2194718" cy="877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AVALIAÇÃO DO PROJETO</a:t>
          </a:r>
        </a:p>
      </dsp:txBody>
      <dsp:txXfrm>
        <a:off x="4393208" y="656164"/>
        <a:ext cx="1316831" cy="877887"/>
      </dsp:txXfrm>
    </dsp:sp>
    <dsp:sp modelId="{A9C3A62F-CC47-4EF3-BB89-23429DFD6142}">
      <dsp:nvSpPr>
        <dsp:cNvPr id="0" name=""/>
        <dsp:cNvSpPr/>
      </dsp:nvSpPr>
      <dsp:spPr>
        <a:xfrm>
          <a:off x="5929510" y="656164"/>
          <a:ext cx="2194718" cy="877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QUIZ SOBRE O PROJETO</a:t>
          </a:r>
        </a:p>
      </dsp:txBody>
      <dsp:txXfrm>
        <a:off x="6368454" y="656164"/>
        <a:ext cx="1316831" cy="877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EA8A9-2036-4446-9C78-0FCF6FAFCF27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B3324-4F97-4D17-AB24-3E16F0155D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634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Computação é comunicador.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B3324-4F97-4D17-AB24-3E16F0155D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953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Computação é comunicador.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B3324-4F97-4D17-AB24-3E16F0155D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8215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Computação é comunicador.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B3324-4F97-4D17-AB24-3E16F0155D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5877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Dinamica</a:t>
            </a:r>
            <a:r>
              <a:rPr lang="pt-BR" dirty="0"/>
              <a:t> das aulas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B3324-4F97-4D17-AB24-3E16F0155D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263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933A4-97FB-1329-A1CF-0B065CCE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8680A7-F340-0848-9618-705DED955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8AD937-72B1-FB38-0D08-C5DA1762A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Dinamica</a:t>
            </a:r>
            <a:r>
              <a:rPr lang="pt-BR" dirty="0"/>
              <a:t> das aulas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1AD629-045A-45DF-5A25-737EADE5C2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B3324-4F97-4D17-AB24-3E16F0155D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445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Dinamica</a:t>
            </a:r>
            <a:r>
              <a:rPr lang="pt-BR" dirty="0"/>
              <a:t> das aulas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B3324-4F97-4D17-AB24-3E16F0155D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698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51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F359167-548A-4F0A-BB21-C418780C7A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09728"/>
            <a:ext cx="3173436" cy="77616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AA78EC7-030D-4D4A-B055-5EC2A8121E98}"/>
              </a:ext>
            </a:extLst>
          </p:cNvPr>
          <p:cNvSpPr txBox="1"/>
          <p:nvPr userDrawn="1"/>
        </p:nvSpPr>
        <p:spPr>
          <a:xfrm>
            <a:off x="2794401" y="212768"/>
            <a:ext cx="21872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accent2"/>
                </a:solidFill>
                <a:latin typeface="Arial Black" panose="020B0A04020102020204" pitchFamily="34" charset="0"/>
              </a:rPr>
              <a:t>Camada Física da Computação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302F87C-A81D-4602-8DBD-201BDF140068}"/>
              </a:ext>
            </a:extLst>
          </p:cNvPr>
          <p:cNvCxnSpPr>
            <a:cxnSpLocks/>
          </p:cNvCxnSpPr>
          <p:nvPr userDrawn="1"/>
        </p:nvCxnSpPr>
        <p:spPr>
          <a:xfrm>
            <a:off x="1203234" y="428212"/>
            <a:ext cx="3182335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F69755DF-657D-49C0-AF6D-CFDD46F9CC4E}"/>
              </a:ext>
            </a:extLst>
          </p:cNvPr>
          <p:cNvSpPr txBox="1"/>
          <p:nvPr userDrawn="1"/>
        </p:nvSpPr>
        <p:spPr>
          <a:xfrm>
            <a:off x="1411549" y="2902999"/>
            <a:ext cx="9170633" cy="1615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8416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5.jpe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6.jpe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9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0.pn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11.jpeg"/><Relationship Id="rId9" Type="http://schemas.microsoft.com/office/2007/relationships/diagramDrawing" Target="../diagrams/drawin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657600" y="2238702"/>
            <a:ext cx="5502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accent2"/>
                </a:solidFill>
              </a:rPr>
              <a:t>CAMADA FÍSICA DA COMPUTAÇÃO 2023-1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7977352" y="4776952"/>
            <a:ext cx="253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</a:rPr>
              <a:t>Prof.: Rodrigo Carareto</a:t>
            </a:r>
          </a:p>
        </p:txBody>
      </p:sp>
    </p:spTree>
    <p:extLst>
      <p:ext uri="{BB962C8B-B14F-4D97-AF65-F5344CB8AC3E}">
        <p14:creationId xmlns:p14="http://schemas.microsoft.com/office/powerpoint/2010/main" val="182788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odrigo Carareto - Insper: Ensino Superior em Negócios, Direito e Engenhar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08" y="1116775"/>
            <a:ext cx="1645571" cy="213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2327564" y="1157499"/>
            <a:ext cx="533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</a:rPr>
              <a:t>Rodrigo Carareto</a:t>
            </a:r>
            <a:br>
              <a:rPr lang="pt-BR" dirty="0">
                <a:solidFill>
                  <a:schemeClr val="accent2"/>
                </a:solidFill>
              </a:rPr>
            </a:br>
            <a:r>
              <a:rPr lang="pt-BR" dirty="0">
                <a:solidFill>
                  <a:schemeClr val="accent2"/>
                </a:solidFill>
              </a:rPr>
              <a:t>Sala TI 14 (sexto andar)</a:t>
            </a:r>
            <a:br>
              <a:rPr lang="pt-BR" dirty="0">
                <a:solidFill>
                  <a:schemeClr val="accent2"/>
                </a:solidFill>
              </a:rPr>
            </a:br>
            <a:r>
              <a:rPr lang="pt-BR" dirty="0">
                <a:solidFill>
                  <a:schemeClr val="accent2"/>
                </a:solidFill>
              </a:rPr>
              <a:t>e-mail – rodrigoc5@Insper.edu.br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400800" y="3368756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</a:rPr>
              <a:t>Arnaldo Alves Viana Junior</a:t>
            </a:r>
            <a:br>
              <a:rPr lang="pt-BR" dirty="0">
                <a:solidFill>
                  <a:schemeClr val="accent2"/>
                </a:solidFill>
              </a:rPr>
            </a:br>
            <a:r>
              <a:rPr lang="pt-BR" dirty="0">
                <a:solidFill>
                  <a:schemeClr val="accent2"/>
                </a:solidFill>
              </a:rPr>
              <a:t>e-mail: arnaldoavj@insper.edu.br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384" y="2800818"/>
            <a:ext cx="1843416" cy="1834244"/>
          </a:xfrm>
          <a:prstGeom prst="rect">
            <a:avLst/>
          </a:prstGeom>
        </p:spPr>
      </p:pic>
      <p:pic>
        <p:nvPicPr>
          <p:cNvPr id="1026" name="Picture 2" descr="Rogério B. Cuenca - Técnico de laboratório - Insper | LinkedIn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08" y="4748650"/>
            <a:ext cx="1827650" cy="182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2728584" y="547608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</a:rPr>
              <a:t>Rogério B Cuenca</a:t>
            </a:r>
            <a:br>
              <a:rPr lang="pt-BR" dirty="0">
                <a:solidFill>
                  <a:schemeClr val="accent2"/>
                </a:solidFill>
              </a:rPr>
            </a:br>
            <a:r>
              <a:rPr lang="pt-BR" dirty="0">
                <a:solidFill>
                  <a:schemeClr val="accent2"/>
                </a:solidFill>
              </a:rPr>
              <a:t>e-mail: rogériobc@insper.edu.br</a:t>
            </a:r>
          </a:p>
        </p:txBody>
      </p:sp>
    </p:spTree>
    <p:extLst>
      <p:ext uri="{BB962C8B-B14F-4D97-AF65-F5344CB8AC3E}">
        <p14:creationId xmlns:p14="http://schemas.microsoft.com/office/powerpoint/2010/main" val="1510046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815565" y="3627483"/>
            <a:ext cx="6092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2"/>
                </a:solidFill>
                <a:latin typeface="Calibri" panose="020F0502020204030204" pitchFamily="34" charset="0"/>
              </a:rPr>
              <a:t>Atendimento:  quarta-feira das 11:45 às 13:15  </a:t>
            </a:r>
            <a:r>
              <a:rPr lang="pt-BR" dirty="0">
                <a:solidFill>
                  <a:schemeClr val="accent2"/>
                </a:solidFill>
                <a:latin typeface="Calibri" panose="020F0502020204030204" pitchFamily="34" charset="0"/>
              </a:rPr>
              <a:t> 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385455" y="1343891"/>
            <a:ext cx="53617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accent2"/>
                </a:solidFill>
              </a:rPr>
              <a:t>AULAS:</a:t>
            </a:r>
            <a:br>
              <a:rPr lang="pt-BR" sz="2000" dirty="0">
                <a:solidFill>
                  <a:schemeClr val="accent2"/>
                </a:solidFill>
              </a:rPr>
            </a:br>
            <a:r>
              <a:rPr lang="pt-BR" sz="2000" dirty="0">
                <a:solidFill>
                  <a:schemeClr val="accent2"/>
                </a:solidFill>
              </a:rPr>
              <a:t>Quintas 13:30 às 15:30</a:t>
            </a:r>
            <a:br>
              <a:rPr lang="pt-BR" sz="2000" dirty="0">
                <a:solidFill>
                  <a:schemeClr val="accent2"/>
                </a:solidFill>
              </a:rPr>
            </a:br>
            <a:r>
              <a:rPr lang="pt-BR" sz="2000" dirty="0">
                <a:solidFill>
                  <a:schemeClr val="accent2"/>
                </a:solidFill>
              </a:rPr>
              <a:t>Sextas 15:45 às 17:45</a:t>
            </a:r>
          </a:p>
        </p:txBody>
      </p:sp>
    </p:spTree>
    <p:extLst>
      <p:ext uri="{BB962C8B-B14F-4D97-AF65-F5344CB8AC3E}">
        <p14:creationId xmlns:p14="http://schemas.microsoft.com/office/powerpoint/2010/main" val="99412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427047895"/>
              </p:ext>
            </p:extLst>
          </p:nvPr>
        </p:nvGraphicFramePr>
        <p:xfrm>
          <a:off x="124691" y="643451"/>
          <a:ext cx="11942618" cy="2701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1130338" y="3255817"/>
            <a:ext cx="94626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2"/>
                </a:solidFill>
              </a:rPr>
              <a:t>Um projeto só pode ser </a:t>
            </a:r>
            <a:r>
              <a:rPr lang="pt-BR" sz="2000" dirty="0">
                <a:solidFill>
                  <a:schemeClr val="accent2"/>
                </a:solidFill>
              </a:rPr>
              <a:t>avaliado se você já teve o anterior avaliado</a:t>
            </a:r>
            <a:r>
              <a:rPr lang="pt-BR" b="1" dirty="0">
                <a:solidFill>
                  <a:schemeClr val="accent2"/>
                </a:solidFill>
              </a:rPr>
              <a:t>. Atrasos na entrega acarretam penalizações de nota (25% por semana). 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130338" y="4362507"/>
            <a:ext cx="9462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2"/>
                </a:solidFill>
              </a:rPr>
              <a:t>Um projeto deve ser avaliado com a presença dos dois integrantes da dupla. Caso queiram apresentar o projeto sem um dos integrantes, o aluno ausente terá a nota reduzida em a 50%.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130338" y="5253754"/>
            <a:ext cx="946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accent2"/>
                </a:solidFill>
              </a:rPr>
              <a:t>Haverá </a:t>
            </a:r>
            <a:r>
              <a:rPr lang="pt-BR" b="1" dirty="0" err="1">
                <a:solidFill>
                  <a:schemeClr val="accent2"/>
                </a:solidFill>
              </a:rPr>
              <a:t>quizzes</a:t>
            </a:r>
            <a:r>
              <a:rPr lang="pt-BR" b="1" dirty="0">
                <a:solidFill>
                  <a:schemeClr val="accent2"/>
                </a:solidFill>
              </a:rPr>
              <a:t> sobre  os projetos. Presenciais e escritos.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105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Resultado de imagem para scientific journal">
            <a:extLst>
              <a:ext uri="{FF2B5EF4-FFF2-40B4-BE49-F238E27FC236}">
                <a16:creationId xmlns:a16="http://schemas.microsoft.com/office/drawing/2014/main" id="{326D1B39-FD6F-4B0A-BA02-CC8966AB5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070" y="3744331"/>
            <a:ext cx="2754001" cy="248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Resultado de imagem para scientific journal computation">
            <a:extLst>
              <a:ext uri="{FF2B5EF4-FFF2-40B4-BE49-F238E27FC236}">
                <a16:creationId xmlns:a16="http://schemas.microsoft.com/office/drawing/2014/main" id="{7F01EDB2-8ED3-43D9-832D-8F6BE0B2F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722" y="2342539"/>
            <a:ext cx="3164244" cy="409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ector de Seta Reta 11"/>
          <p:cNvCxnSpPr/>
          <p:nvPr/>
        </p:nvCxnSpPr>
        <p:spPr>
          <a:xfrm flipH="1">
            <a:off x="6565966" y="2049517"/>
            <a:ext cx="4643317" cy="694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 flipH="1">
            <a:off x="9029514" y="2049517"/>
            <a:ext cx="2179769" cy="1694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288BA24-8F65-4D56-8B74-6F7038B7F6D9}"/>
              </a:ext>
            </a:extLst>
          </p:cNvPr>
          <p:cNvSpPr txBox="1"/>
          <p:nvPr/>
        </p:nvSpPr>
        <p:spPr>
          <a:xfrm>
            <a:off x="155942" y="1584904"/>
            <a:ext cx="2729676" cy="5257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0">
              <a:lnSpc>
                <a:spcPct val="90000"/>
              </a:lnSpc>
              <a:spcBef>
                <a:spcPct val="0"/>
              </a:spcBef>
            </a:pPr>
            <a:r>
              <a:rPr lang="en-US" sz="3600" dirty="0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Scientific paper</a:t>
            </a:r>
          </a:p>
          <a:p>
            <a:pPr marL="114300" indent="0">
              <a:lnSpc>
                <a:spcPct val="90000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“</a:t>
            </a:r>
            <a:r>
              <a:rPr lang="en-US" sz="2000" dirty="0" err="1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Alegações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extraordinárias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exigem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evidências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extraordinárias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+mj-ea"/>
                <a:cs typeface="+mj-cs"/>
              </a:rPr>
              <a:t>” Carl Sagan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Diagrama 7"/>
          <p:cNvGraphicFramePr/>
          <p:nvPr>
            <p:extLst>
              <p:ext uri="{D42A27DB-BD31-4B8C-83A1-F6EECF244321}">
                <p14:modId xmlns:p14="http://schemas.microsoft.com/office/powerpoint/2010/main" val="3958791077"/>
              </p:ext>
            </p:extLst>
          </p:nvPr>
        </p:nvGraphicFramePr>
        <p:xfrm>
          <a:off x="155942" y="195287"/>
          <a:ext cx="11942618" cy="2701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09724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671723046"/>
              </p:ext>
            </p:extLst>
          </p:nvPr>
        </p:nvGraphicFramePr>
        <p:xfrm>
          <a:off x="131617" y="42478"/>
          <a:ext cx="11942617" cy="2701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E5832674-2DFA-4A93-93C7-106E9A4114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287059"/>
            <a:ext cx="3626475" cy="4180374"/>
          </a:xfrm>
          <a:prstGeom prst="rect">
            <a:avLst/>
          </a:prstGeom>
        </p:spPr>
      </p:pic>
      <p:pic>
        <p:nvPicPr>
          <p:cNvPr id="11" name="Picture 2" descr="Resultado de imagem para couve detox">
            <a:extLst>
              <a:ext uri="{FF2B5EF4-FFF2-40B4-BE49-F238E27FC236}">
                <a16:creationId xmlns:a16="http://schemas.microsoft.com/office/drawing/2014/main" id="{67B14E21-1B41-4CEA-94D9-FE9D6D74F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729" y="3300143"/>
            <a:ext cx="3433324" cy="192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76973FF-6422-4090-B75F-742CAFEEB0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7748" y="2284969"/>
            <a:ext cx="3243007" cy="4131220"/>
          </a:xfrm>
          <a:prstGeom prst="rect">
            <a:avLst/>
          </a:prstGeom>
        </p:spPr>
      </p:pic>
      <p:cxnSp>
        <p:nvCxnSpPr>
          <p:cNvPr id="4" name="Conector reto 3"/>
          <p:cNvCxnSpPr/>
          <p:nvPr/>
        </p:nvCxnSpPr>
        <p:spPr>
          <a:xfrm flipV="1">
            <a:off x="131617" y="2284969"/>
            <a:ext cx="11942617" cy="435231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>
            <a:off x="131617" y="2284969"/>
            <a:ext cx="12060383" cy="457303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31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909" y="733962"/>
            <a:ext cx="3475678" cy="2457285"/>
          </a:xfrm>
          <a:prstGeom prst="rect">
            <a:avLst/>
          </a:prstGeom>
        </p:spPr>
      </p:pic>
      <p:pic>
        <p:nvPicPr>
          <p:cNvPr id="2050" name="Picture 2" descr="Insper aplica sistema 100% integrado - Revista Segurança Eletrônica |  Revista Segurança Eletrônic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25" y="1974088"/>
            <a:ext cx="4141519" cy="193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8977746" y="364630"/>
            <a:ext cx="415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accent2"/>
                </a:solidFill>
              </a:rPr>
              <a:t>Blackboard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642480" y="1593272"/>
            <a:ext cx="127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</a:rPr>
              <a:t>Sala 404 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7DD270AD-1E6A-CA32-8E44-B0B9154AED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1338200"/>
              </p:ext>
            </p:extLst>
          </p:nvPr>
        </p:nvGraphicFramePr>
        <p:xfrm>
          <a:off x="2032000" y="3906797"/>
          <a:ext cx="8128000" cy="2190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95971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6871E-A163-3708-F585-7F80F27CA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52BAEDF8-C96B-91C4-C81A-BAFDD6305249}"/>
              </a:ext>
            </a:extLst>
          </p:cNvPr>
          <p:cNvSpPr txBox="1"/>
          <p:nvPr/>
        </p:nvSpPr>
        <p:spPr>
          <a:xfrm>
            <a:off x="1749698" y="1411027"/>
            <a:ext cx="74618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2"/>
                </a:solidFill>
              </a:rPr>
              <a:t>MÉDIA FINAL DO CURSO</a:t>
            </a:r>
          </a:p>
          <a:p>
            <a:pPr algn="ctr"/>
            <a:endParaRPr lang="pt-BR" sz="2800" b="1" dirty="0">
              <a:solidFill>
                <a:schemeClr val="accent2"/>
              </a:solidFill>
            </a:endParaRPr>
          </a:p>
          <a:p>
            <a:r>
              <a:rPr lang="pt-BR" sz="2800" b="1" dirty="0">
                <a:solidFill>
                  <a:schemeClr val="accent2"/>
                </a:solidFill>
              </a:rPr>
              <a:t>Média </a:t>
            </a:r>
            <a:r>
              <a:rPr lang="pt-BR" sz="2800" b="1" dirty="0" err="1">
                <a:solidFill>
                  <a:schemeClr val="accent2"/>
                </a:solidFill>
              </a:rPr>
              <a:t>quizzes</a:t>
            </a:r>
            <a:r>
              <a:rPr lang="pt-BR" sz="2800" b="1" dirty="0">
                <a:solidFill>
                  <a:schemeClr val="accent2"/>
                </a:solidFill>
              </a:rPr>
              <a:t>:                    peso    33%</a:t>
            </a:r>
          </a:p>
          <a:p>
            <a:r>
              <a:rPr lang="pt-BR" sz="2800" b="1" dirty="0">
                <a:solidFill>
                  <a:schemeClr val="accent2"/>
                </a:solidFill>
              </a:rPr>
              <a:t>Média projetos:                  peso    33%</a:t>
            </a:r>
          </a:p>
          <a:p>
            <a:r>
              <a:rPr lang="pt-BR" sz="2800" b="1" dirty="0">
                <a:solidFill>
                  <a:schemeClr val="accent2"/>
                </a:solidFill>
              </a:rPr>
              <a:t>Prova Final:                          peso    33%</a:t>
            </a:r>
          </a:p>
          <a:p>
            <a:r>
              <a:rPr lang="pt-BR" sz="2800" b="1" dirty="0">
                <a:solidFill>
                  <a:schemeClr val="accent2"/>
                </a:solidFill>
              </a:rPr>
              <a:t>    </a:t>
            </a:r>
            <a:endParaRPr lang="pt-BR" sz="2800" b="1" i="1" dirty="0">
              <a:solidFill>
                <a:schemeClr val="accent2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B6CBAF-9F23-55F4-D7D5-850825B91AA5}"/>
              </a:ext>
            </a:extLst>
          </p:cNvPr>
          <p:cNvSpPr txBox="1"/>
          <p:nvPr/>
        </p:nvSpPr>
        <p:spPr>
          <a:xfrm>
            <a:off x="3048000" y="440910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accent2"/>
                </a:solidFill>
              </a:rPr>
              <a:t>Substitutiva apenas para AF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9603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87E8A4B-7593-FACB-B6B8-6D2A78B62468}"/>
              </a:ext>
            </a:extLst>
          </p:cNvPr>
          <p:cNvSpPr txBox="1"/>
          <p:nvPr/>
        </p:nvSpPr>
        <p:spPr>
          <a:xfrm>
            <a:off x="1952898" y="1492307"/>
            <a:ext cx="74618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2"/>
                </a:solidFill>
              </a:rPr>
              <a:t>CRITÉRIO DE APROVAÇÃO</a:t>
            </a:r>
          </a:p>
          <a:p>
            <a:pPr algn="ctr"/>
            <a:endParaRPr lang="pt-BR" sz="2800" b="1" dirty="0">
              <a:solidFill>
                <a:schemeClr val="accent2"/>
              </a:solidFill>
            </a:endParaRPr>
          </a:p>
          <a:p>
            <a:pPr algn="ctr"/>
            <a:r>
              <a:rPr lang="pt-BR" sz="2800" b="1" dirty="0">
                <a:solidFill>
                  <a:schemeClr val="accent2"/>
                </a:solidFill>
              </a:rPr>
              <a:t>1 - Média maior ou igual a 5</a:t>
            </a:r>
          </a:p>
          <a:p>
            <a:pPr algn="ctr"/>
            <a:r>
              <a:rPr lang="pt-BR" sz="2800" b="1" dirty="0">
                <a:solidFill>
                  <a:schemeClr val="accent2"/>
                </a:solidFill>
              </a:rPr>
              <a:t>  </a:t>
            </a:r>
          </a:p>
          <a:p>
            <a:r>
              <a:rPr lang="pt-BR" sz="2800" b="1" dirty="0">
                <a:solidFill>
                  <a:schemeClr val="accent2"/>
                </a:solidFill>
              </a:rPr>
              <a:t>  </a:t>
            </a:r>
            <a:endParaRPr lang="pt-BR" sz="2800" b="1" i="1" dirty="0">
              <a:solidFill>
                <a:schemeClr val="accent2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23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245074"/>
              </p:ext>
            </p:extLst>
          </p:nvPr>
        </p:nvGraphicFramePr>
        <p:xfrm>
          <a:off x="4138372" y="5580775"/>
          <a:ext cx="282974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618">
                  <a:extLst>
                    <a:ext uri="{9D8B030D-6E8A-4147-A177-3AD203B41FA5}">
                      <a16:colId xmlns:a16="http://schemas.microsoft.com/office/drawing/2014/main" val="198718196"/>
                    </a:ext>
                  </a:extLst>
                </a:gridCol>
                <a:gridCol w="560059">
                  <a:extLst>
                    <a:ext uri="{9D8B030D-6E8A-4147-A177-3AD203B41FA5}">
                      <a16:colId xmlns:a16="http://schemas.microsoft.com/office/drawing/2014/main" val="3032114658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1939265378"/>
                    </a:ext>
                  </a:extLst>
                </a:gridCol>
                <a:gridCol w="678873">
                  <a:extLst>
                    <a:ext uri="{9D8B030D-6E8A-4147-A177-3AD203B41FA5}">
                      <a16:colId xmlns:a16="http://schemas.microsoft.com/office/drawing/2014/main" val="130466645"/>
                    </a:ext>
                  </a:extLst>
                </a:gridCol>
                <a:gridCol w="637308">
                  <a:extLst>
                    <a:ext uri="{9D8B030D-6E8A-4147-A177-3AD203B41FA5}">
                      <a16:colId xmlns:a16="http://schemas.microsoft.com/office/drawing/2014/main" val="1771751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539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226262"/>
                  </a:ext>
                </a:extLst>
              </a:tr>
            </a:tbl>
          </a:graphicData>
        </a:graphic>
      </p:graphicFrame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258" y="5278496"/>
            <a:ext cx="2876951" cy="142895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311983" y="770067"/>
            <a:ext cx="956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</a:rPr>
              <a:t>PROTOCOLO DE COMUNICAÇÃO (hardware)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EF8CB30-DFF3-A74E-A037-F16D56B4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071" y="1451777"/>
            <a:ext cx="6240754" cy="345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84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4138372" y="5580775"/>
          <a:ext cx="282974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618">
                  <a:extLst>
                    <a:ext uri="{9D8B030D-6E8A-4147-A177-3AD203B41FA5}">
                      <a16:colId xmlns:a16="http://schemas.microsoft.com/office/drawing/2014/main" val="198718196"/>
                    </a:ext>
                  </a:extLst>
                </a:gridCol>
                <a:gridCol w="560059">
                  <a:extLst>
                    <a:ext uri="{9D8B030D-6E8A-4147-A177-3AD203B41FA5}">
                      <a16:colId xmlns:a16="http://schemas.microsoft.com/office/drawing/2014/main" val="3032114658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1939265378"/>
                    </a:ext>
                  </a:extLst>
                </a:gridCol>
                <a:gridCol w="678873">
                  <a:extLst>
                    <a:ext uri="{9D8B030D-6E8A-4147-A177-3AD203B41FA5}">
                      <a16:colId xmlns:a16="http://schemas.microsoft.com/office/drawing/2014/main" val="130466645"/>
                    </a:ext>
                  </a:extLst>
                </a:gridCol>
                <a:gridCol w="637308">
                  <a:extLst>
                    <a:ext uri="{9D8B030D-6E8A-4147-A177-3AD203B41FA5}">
                      <a16:colId xmlns:a16="http://schemas.microsoft.com/office/drawing/2014/main" val="1771751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539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226262"/>
                  </a:ext>
                </a:extLst>
              </a:tr>
            </a:tbl>
          </a:graphicData>
        </a:graphic>
      </p:graphicFrame>
      <p:sp>
        <p:nvSpPr>
          <p:cNvPr id="4" name="Forma Livre 3"/>
          <p:cNvSpPr/>
          <p:nvPr/>
        </p:nvSpPr>
        <p:spPr>
          <a:xfrm>
            <a:off x="4031536" y="4879886"/>
            <a:ext cx="3200400" cy="492686"/>
          </a:xfrm>
          <a:custGeom>
            <a:avLst/>
            <a:gdLst>
              <a:gd name="connsiteX0" fmla="*/ 0 w 3200400"/>
              <a:gd name="connsiteY0" fmla="*/ 294104 h 492686"/>
              <a:gd name="connsiteX1" fmla="*/ 1842654 w 3200400"/>
              <a:gd name="connsiteY1" fmla="*/ 3159 h 492686"/>
              <a:gd name="connsiteX2" fmla="*/ 2923309 w 3200400"/>
              <a:gd name="connsiteY2" fmla="*/ 460359 h 492686"/>
              <a:gd name="connsiteX3" fmla="*/ 3200400 w 3200400"/>
              <a:gd name="connsiteY3" fmla="*/ 418795 h 4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0400" h="492686">
                <a:moveTo>
                  <a:pt x="0" y="294104"/>
                </a:moveTo>
                <a:cubicBezTo>
                  <a:pt x="677718" y="134777"/>
                  <a:pt x="1355436" y="-24550"/>
                  <a:pt x="1842654" y="3159"/>
                </a:cubicBezTo>
                <a:cubicBezTo>
                  <a:pt x="2329872" y="30868"/>
                  <a:pt x="2697018" y="391086"/>
                  <a:pt x="2923309" y="460359"/>
                </a:cubicBezTo>
                <a:cubicBezTo>
                  <a:pt x="3149600" y="529632"/>
                  <a:pt x="3175000" y="474213"/>
                  <a:pt x="3200400" y="418795"/>
                </a:cubicBezTo>
              </a:path>
            </a:pathLst>
          </a:cu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260" y="4636239"/>
            <a:ext cx="2876951" cy="142895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233494" y="579885"/>
            <a:ext cx="863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</a:rPr>
              <a:t>PROJETO 1 – LOOPBACK UART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E0C0CDA-0F1F-828B-7713-EDC07D2CFC6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42" y="1852406"/>
            <a:ext cx="4432213" cy="2157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C624232-9B43-8963-1AF6-CB8D906CA83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1165" y="1880174"/>
            <a:ext cx="3304452" cy="2472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2792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760314"/>
              </p:ext>
            </p:extLst>
          </p:nvPr>
        </p:nvGraphicFramePr>
        <p:xfrm>
          <a:off x="4633829" y="5312761"/>
          <a:ext cx="282974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618">
                  <a:extLst>
                    <a:ext uri="{9D8B030D-6E8A-4147-A177-3AD203B41FA5}">
                      <a16:colId xmlns:a16="http://schemas.microsoft.com/office/drawing/2014/main" val="198718196"/>
                    </a:ext>
                  </a:extLst>
                </a:gridCol>
                <a:gridCol w="560059">
                  <a:extLst>
                    <a:ext uri="{9D8B030D-6E8A-4147-A177-3AD203B41FA5}">
                      <a16:colId xmlns:a16="http://schemas.microsoft.com/office/drawing/2014/main" val="3032114658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1939265378"/>
                    </a:ext>
                  </a:extLst>
                </a:gridCol>
                <a:gridCol w="678873">
                  <a:extLst>
                    <a:ext uri="{9D8B030D-6E8A-4147-A177-3AD203B41FA5}">
                      <a16:colId xmlns:a16="http://schemas.microsoft.com/office/drawing/2014/main" val="130466645"/>
                    </a:ext>
                  </a:extLst>
                </a:gridCol>
                <a:gridCol w="637308">
                  <a:extLst>
                    <a:ext uri="{9D8B030D-6E8A-4147-A177-3AD203B41FA5}">
                      <a16:colId xmlns:a16="http://schemas.microsoft.com/office/drawing/2014/main" val="1771751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539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226262"/>
                  </a:ext>
                </a:extLst>
              </a:tr>
            </a:tbl>
          </a:graphicData>
        </a:graphic>
      </p:graphicFrame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29" y="1077639"/>
            <a:ext cx="821055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39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239189"/>
              </p:ext>
            </p:extLst>
          </p:nvPr>
        </p:nvGraphicFramePr>
        <p:xfrm>
          <a:off x="4138372" y="5580775"/>
          <a:ext cx="282974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618">
                  <a:extLst>
                    <a:ext uri="{9D8B030D-6E8A-4147-A177-3AD203B41FA5}">
                      <a16:colId xmlns:a16="http://schemas.microsoft.com/office/drawing/2014/main" val="198718196"/>
                    </a:ext>
                  </a:extLst>
                </a:gridCol>
                <a:gridCol w="560059">
                  <a:extLst>
                    <a:ext uri="{9D8B030D-6E8A-4147-A177-3AD203B41FA5}">
                      <a16:colId xmlns:a16="http://schemas.microsoft.com/office/drawing/2014/main" val="3032114658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1939265378"/>
                    </a:ext>
                  </a:extLst>
                </a:gridCol>
                <a:gridCol w="678873">
                  <a:extLst>
                    <a:ext uri="{9D8B030D-6E8A-4147-A177-3AD203B41FA5}">
                      <a16:colId xmlns:a16="http://schemas.microsoft.com/office/drawing/2014/main" val="130466645"/>
                    </a:ext>
                  </a:extLst>
                </a:gridCol>
                <a:gridCol w="637308">
                  <a:extLst>
                    <a:ext uri="{9D8B030D-6E8A-4147-A177-3AD203B41FA5}">
                      <a16:colId xmlns:a16="http://schemas.microsoft.com/office/drawing/2014/main" val="1771751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539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226262"/>
                  </a:ext>
                </a:extLst>
              </a:tr>
            </a:tbl>
          </a:graphicData>
        </a:graphic>
      </p:graphicFrame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86" y="2285179"/>
            <a:ext cx="5767144" cy="2318353"/>
          </a:xfrm>
          <a:prstGeom prst="rect">
            <a:avLst/>
          </a:prstGeom>
        </p:spPr>
      </p:pic>
      <p:cxnSp>
        <p:nvCxnSpPr>
          <p:cNvPr id="5" name="Conector de Seta Reta 4"/>
          <p:cNvCxnSpPr/>
          <p:nvPr/>
        </p:nvCxnSpPr>
        <p:spPr>
          <a:xfrm>
            <a:off x="3673366" y="3783724"/>
            <a:ext cx="4792717" cy="472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8418787" y="3438040"/>
            <a:ext cx="406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580229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239189"/>
              </p:ext>
            </p:extLst>
          </p:nvPr>
        </p:nvGraphicFramePr>
        <p:xfrm>
          <a:off x="4138372" y="5580775"/>
          <a:ext cx="282974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618">
                  <a:extLst>
                    <a:ext uri="{9D8B030D-6E8A-4147-A177-3AD203B41FA5}">
                      <a16:colId xmlns:a16="http://schemas.microsoft.com/office/drawing/2014/main" val="198718196"/>
                    </a:ext>
                  </a:extLst>
                </a:gridCol>
                <a:gridCol w="560059">
                  <a:extLst>
                    <a:ext uri="{9D8B030D-6E8A-4147-A177-3AD203B41FA5}">
                      <a16:colId xmlns:a16="http://schemas.microsoft.com/office/drawing/2014/main" val="3032114658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1939265378"/>
                    </a:ext>
                  </a:extLst>
                </a:gridCol>
                <a:gridCol w="678873">
                  <a:extLst>
                    <a:ext uri="{9D8B030D-6E8A-4147-A177-3AD203B41FA5}">
                      <a16:colId xmlns:a16="http://schemas.microsoft.com/office/drawing/2014/main" val="130466645"/>
                    </a:ext>
                  </a:extLst>
                </a:gridCol>
                <a:gridCol w="637308">
                  <a:extLst>
                    <a:ext uri="{9D8B030D-6E8A-4147-A177-3AD203B41FA5}">
                      <a16:colId xmlns:a16="http://schemas.microsoft.com/office/drawing/2014/main" val="1771751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539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+12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226262"/>
                  </a:ext>
                </a:extLst>
              </a:tr>
            </a:tbl>
          </a:graphicData>
        </a:graphic>
      </p:graphicFrame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86" y="2285179"/>
            <a:ext cx="5767144" cy="2318353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8418787" y="3438040"/>
            <a:ext cx="406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</a:t>
            </a:r>
          </a:p>
        </p:txBody>
      </p:sp>
      <p:cxnSp>
        <p:nvCxnSpPr>
          <p:cNvPr id="4" name="Conector reto 3"/>
          <p:cNvCxnSpPr/>
          <p:nvPr/>
        </p:nvCxnSpPr>
        <p:spPr>
          <a:xfrm>
            <a:off x="4185670" y="2412124"/>
            <a:ext cx="0" cy="19549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>
            <a:off x="4558787" y="2412124"/>
            <a:ext cx="0" cy="19549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952925" y="2412124"/>
            <a:ext cx="0" cy="19549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5331297" y="2412124"/>
            <a:ext cx="0" cy="19549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5725434" y="2396358"/>
            <a:ext cx="0" cy="19549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6119571" y="2412124"/>
            <a:ext cx="0" cy="19549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6513709" y="2412124"/>
            <a:ext cx="0" cy="19549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6871061" y="2412124"/>
            <a:ext cx="0" cy="19549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7249433" y="2396358"/>
            <a:ext cx="0" cy="19549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>
            <a:off x="7627806" y="2413280"/>
            <a:ext cx="0" cy="19549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>
            <a:off x="8053474" y="2396358"/>
            <a:ext cx="0" cy="195492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79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02" y="1631076"/>
            <a:ext cx="9450119" cy="4667901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434002" y="720336"/>
            <a:ext cx="863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</a:rPr>
              <a:t>UART FRAME</a:t>
            </a:r>
          </a:p>
        </p:txBody>
      </p:sp>
    </p:spTree>
    <p:extLst>
      <p:ext uri="{BB962C8B-B14F-4D97-AF65-F5344CB8AC3E}">
        <p14:creationId xmlns:p14="http://schemas.microsoft.com/office/powerpoint/2010/main" val="1447054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/>
          <p:cNvSpPr txBox="1"/>
          <p:nvPr/>
        </p:nvSpPr>
        <p:spPr>
          <a:xfrm>
            <a:off x="1434002" y="720336"/>
            <a:ext cx="863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</a:rPr>
              <a:t>UART FRAME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02" y="1582440"/>
            <a:ext cx="9264555" cy="488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84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601" y="595550"/>
            <a:ext cx="2876951" cy="142895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847B89C-94DA-48C1-B12D-FEC5A11E6ECE}"/>
              </a:ext>
            </a:extLst>
          </p:cNvPr>
          <p:cNvSpPr txBox="1">
            <a:spLocks/>
          </p:cNvSpPr>
          <p:nvPr/>
        </p:nvSpPr>
        <p:spPr>
          <a:xfrm>
            <a:off x="186171" y="2194772"/>
            <a:ext cx="4062643" cy="1043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chemeClr val="bg1"/>
                </a:solidFill>
              </a:rPr>
              <a:t>TRANSMISSÃO DIGITAL - UART</a:t>
            </a:r>
            <a:br>
              <a:rPr lang="en-US" sz="2500" b="1" dirty="0">
                <a:solidFill>
                  <a:schemeClr val="bg1"/>
                </a:solidFill>
              </a:rPr>
            </a:br>
            <a:r>
              <a:rPr lang="en-US" sz="2500" b="1" dirty="0" err="1">
                <a:solidFill>
                  <a:schemeClr val="bg1"/>
                </a:solidFill>
              </a:rPr>
              <a:t>Alguns</a:t>
            </a:r>
            <a:r>
              <a:rPr lang="en-US" sz="2500" b="1" dirty="0">
                <a:solidFill>
                  <a:schemeClr val="bg1"/>
                </a:solidFill>
              </a:rPr>
              <a:t> </a:t>
            </a:r>
            <a:r>
              <a:rPr lang="en-US" sz="2500" b="1" dirty="0" err="1">
                <a:solidFill>
                  <a:schemeClr val="bg1"/>
                </a:solidFill>
              </a:rPr>
              <a:t>conceitos</a:t>
            </a:r>
            <a:r>
              <a:rPr lang="en-US" sz="2500" b="1" dirty="0">
                <a:solidFill>
                  <a:schemeClr val="bg1"/>
                </a:solidFill>
              </a:rPr>
              <a:t> de </a:t>
            </a:r>
            <a:r>
              <a:rPr lang="en-US" sz="2500" b="1" dirty="0" err="1">
                <a:solidFill>
                  <a:schemeClr val="bg1"/>
                </a:solidFill>
              </a:rPr>
              <a:t>uma</a:t>
            </a:r>
            <a:r>
              <a:rPr lang="en-US" sz="2500" b="1" dirty="0">
                <a:solidFill>
                  <a:schemeClr val="bg1"/>
                </a:solidFill>
              </a:rPr>
              <a:t> </a:t>
            </a:r>
            <a:r>
              <a:rPr lang="en-US" sz="2500" b="1" dirty="0" err="1">
                <a:solidFill>
                  <a:schemeClr val="bg1"/>
                </a:solidFill>
              </a:rPr>
              <a:t>camada</a:t>
            </a:r>
            <a:r>
              <a:rPr lang="en-US" sz="2500" b="1" dirty="0">
                <a:solidFill>
                  <a:schemeClr val="bg1"/>
                </a:solidFill>
              </a:rPr>
              <a:t>!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877759-1A35-44E7-AF37-B6FC35401800}"/>
              </a:ext>
            </a:extLst>
          </p:cNvPr>
          <p:cNvSpPr txBox="1"/>
          <p:nvPr/>
        </p:nvSpPr>
        <p:spPr>
          <a:xfrm>
            <a:off x="186172" y="3336153"/>
            <a:ext cx="3821758" cy="319767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Transmissão</a:t>
            </a: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assíncrona</a:t>
            </a:r>
            <a:endParaRPr lang="en-US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 – Start bit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 – Stop bit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 – TX, RX, GND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 – Baud rate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 – Bit rate 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 – Buffer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 – Frame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 – Bit de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Paridade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 – CRC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>
                <a:solidFill>
                  <a:schemeClr val="bg1"/>
                </a:solidFill>
              </a:rPr>
              <a:t>   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675" y="1087707"/>
            <a:ext cx="8315325" cy="291465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274" y="4267065"/>
            <a:ext cx="2953162" cy="1667108"/>
          </a:xfrm>
          <a:prstGeom prst="rect">
            <a:avLst/>
          </a:prstGeom>
        </p:spPr>
      </p:pic>
      <p:sp>
        <p:nvSpPr>
          <p:cNvPr id="4" name="Forma Livre 3"/>
          <p:cNvSpPr/>
          <p:nvPr/>
        </p:nvSpPr>
        <p:spPr>
          <a:xfrm>
            <a:off x="6284364" y="2439480"/>
            <a:ext cx="3499945" cy="492686"/>
          </a:xfrm>
          <a:custGeom>
            <a:avLst/>
            <a:gdLst>
              <a:gd name="connsiteX0" fmla="*/ 0 w 3200400"/>
              <a:gd name="connsiteY0" fmla="*/ 294104 h 492686"/>
              <a:gd name="connsiteX1" fmla="*/ 1842654 w 3200400"/>
              <a:gd name="connsiteY1" fmla="*/ 3159 h 492686"/>
              <a:gd name="connsiteX2" fmla="*/ 2923309 w 3200400"/>
              <a:gd name="connsiteY2" fmla="*/ 460359 h 492686"/>
              <a:gd name="connsiteX3" fmla="*/ 3200400 w 3200400"/>
              <a:gd name="connsiteY3" fmla="*/ 418795 h 4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0400" h="492686">
                <a:moveTo>
                  <a:pt x="0" y="294104"/>
                </a:moveTo>
                <a:cubicBezTo>
                  <a:pt x="677718" y="134777"/>
                  <a:pt x="1355436" y="-24550"/>
                  <a:pt x="1842654" y="3159"/>
                </a:cubicBezTo>
                <a:cubicBezTo>
                  <a:pt x="2329872" y="30868"/>
                  <a:pt x="2697018" y="391086"/>
                  <a:pt x="2923309" y="460359"/>
                </a:cubicBezTo>
                <a:cubicBezTo>
                  <a:pt x="3149600" y="529632"/>
                  <a:pt x="3175000" y="474213"/>
                  <a:pt x="3200400" y="418795"/>
                </a:cubicBezTo>
              </a:path>
            </a:pathLst>
          </a:cu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760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eta: para Baixo 76">
            <a:extLst>
              <a:ext uri="{FF2B5EF4-FFF2-40B4-BE49-F238E27FC236}">
                <a16:creationId xmlns:a16="http://schemas.microsoft.com/office/drawing/2014/main" id="{80672457-4800-D584-1319-ACB2DD55C429}"/>
              </a:ext>
            </a:extLst>
          </p:cNvPr>
          <p:cNvSpPr/>
          <p:nvPr/>
        </p:nvSpPr>
        <p:spPr>
          <a:xfrm rot="12747865">
            <a:off x="7420436" y="3656173"/>
            <a:ext cx="274392" cy="2200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Seta: para Baixo 75">
            <a:extLst>
              <a:ext uri="{FF2B5EF4-FFF2-40B4-BE49-F238E27FC236}">
                <a16:creationId xmlns:a16="http://schemas.microsoft.com/office/drawing/2014/main" id="{9A555704-2AB3-E5F0-7A44-B1801F19032D}"/>
              </a:ext>
            </a:extLst>
          </p:cNvPr>
          <p:cNvSpPr/>
          <p:nvPr/>
        </p:nvSpPr>
        <p:spPr>
          <a:xfrm rot="19595181">
            <a:off x="4331398" y="3689553"/>
            <a:ext cx="274392" cy="2200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Seta: para Baixo 74">
            <a:extLst>
              <a:ext uri="{FF2B5EF4-FFF2-40B4-BE49-F238E27FC236}">
                <a16:creationId xmlns:a16="http://schemas.microsoft.com/office/drawing/2014/main" id="{E6796A53-F9E7-46B8-55D2-FCCE7745D7DA}"/>
              </a:ext>
            </a:extLst>
          </p:cNvPr>
          <p:cNvSpPr/>
          <p:nvPr/>
        </p:nvSpPr>
        <p:spPr>
          <a:xfrm rot="8362874">
            <a:off x="7262036" y="1237465"/>
            <a:ext cx="274392" cy="2200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Seta: para Baixo 73">
            <a:extLst>
              <a:ext uri="{FF2B5EF4-FFF2-40B4-BE49-F238E27FC236}">
                <a16:creationId xmlns:a16="http://schemas.microsoft.com/office/drawing/2014/main" id="{1ACAA12F-1DF3-9300-A330-E551572CB708}"/>
              </a:ext>
            </a:extLst>
          </p:cNvPr>
          <p:cNvSpPr/>
          <p:nvPr/>
        </p:nvSpPr>
        <p:spPr>
          <a:xfrm rot="2224295">
            <a:off x="4323292" y="1326235"/>
            <a:ext cx="274392" cy="2200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979715" y="3349799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4" name="Retângulo 3"/>
          <p:cNvSpPr/>
          <p:nvPr/>
        </p:nvSpPr>
        <p:spPr>
          <a:xfrm>
            <a:off x="1578804" y="3349799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5" name="Retângulo 4"/>
          <p:cNvSpPr/>
          <p:nvPr/>
        </p:nvSpPr>
        <p:spPr>
          <a:xfrm>
            <a:off x="2177893" y="3349799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6" name="Retângulo 5"/>
          <p:cNvSpPr/>
          <p:nvPr/>
        </p:nvSpPr>
        <p:spPr>
          <a:xfrm>
            <a:off x="2776982" y="3349799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7" name="Retângulo 6"/>
          <p:cNvSpPr/>
          <p:nvPr/>
        </p:nvSpPr>
        <p:spPr>
          <a:xfrm>
            <a:off x="3391835" y="3349799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8" name="Retângulo 7"/>
          <p:cNvSpPr/>
          <p:nvPr/>
        </p:nvSpPr>
        <p:spPr>
          <a:xfrm>
            <a:off x="3990924" y="3349799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9" name="Retângulo 8"/>
          <p:cNvSpPr/>
          <p:nvPr/>
        </p:nvSpPr>
        <p:spPr>
          <a:xfrm>
            <a:off x="4590013" y="3349799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10" name="Retângulo 9"/>
          <p:cNvSpPr/>
          <p:nvPr/>
        </p:nvSpPr>
        <p:spPr>
          <a:xfrm>
            <a:off x="5189102" y="3349799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11" name="CaixaDeTexto 10"/>
          <p:cNvSpPr txBox="1"/>
          <p:nvPr/>
        </p:nvSpPr>
        <p:spPr>
          <a:xfrm>
            <a:off x="4688310" y="963294"/>
            <a:ext cx="286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APLICAÇÃO (VOCÊ )</a:t>
            </a:r>
          </a:p>
        </p:txBody>
      </p:sp>
      <p:sp>
        <p:nvSpPr>
          <p:cNvPr id="12" name="Retângulo Arredondado 11"/>
          <p:cNvSpPr/>
          <p:nvPr/>
        </p:nvSpPr>
        <p:spPr>
          <a:xfrm>
            <a:off x="4609485" y="952188"/>
            <a:ext cx="2443655" cy="369332"/>
          </a:xfrm>
          <a:prstGeom prst="round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19" name="CaixaDeTexto 18"/>
          <p:cNvSpPr txBox="1"/>
          <p:nvPr/>
        </p:nvSpPr>
        <p:spPr>
          <a:xfrm>
            <a:off x="4604006" y="5882518"/>
            <a:ext cx="286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CAMADA FÍSICA  (UART)</a:t>
            </a:r>
          </a:p>
        </p:txBody>
      </p:sp>
      <p:sp>
        <p:nvSpPr>
          <p:cNvPr id="20" name="Retângulo Arredondado 19"/>
          <p:cNvSpPr/>
          <p:nvPr/>
        </p:nvSpPr>
        <p:spPr>
          <a:xfrm>
            <a:off x="4270511" y="5882518"/>
            <a:ext cx="3050639" cy="369332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46" name="CaixaDeTexto 45"/>
          <p:cNvSpPr txBox="1"/>
          <p:nvPr/>
        </p:nvSpPr>
        <p:spPr>
          <a:xfrm>
            <a:off x="2320236" y="3242027"/>
            <a:ext cx="323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</a:rPr>
              <a:t>BUFFER  TX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C54DC08-E3FB-B9B7-002B-595204C99CBF}"/>
              </a:ext>
            </a:extLst>
          </p:cNvPr>
          <p:cNvSpPr/>
          <p:nvPr/>
        </p:nvSpPr>
        <p:spPr>
          <a:xfrm>
            <a:off x="6122972" y="3341820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4D9469B-7966-7779-C611-C3C6E2394C97}"/>
              </a:ext>
            </a:extLst>
          </p:cNvPr>
          <p:cNvSpPr/>
          <p:nvPr/>
        </p:nvSpPr>
        <p:spPr>
          <a:xfrm>
            <a:off x="6722061" y="3341820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EBB4EF3-D7A8-1357-705D-4D0128C463A9}"/>
              </a:ext>
            </a:extLst>
          </p:cNvPr>
          <p:cNvSpPr/>
          <p:nvPr/>
        </p:nvSpPr>
        <p:spPr>
          <a:xfrm>
            <a:off x="7321150" y="3341820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EBBC978-4A59-A500-0692-7057E2F28ECA}"/>
              </a:ext>
            </a:extLst>
          </p:cNvPr>
          <p:cNvSpPr/>
          <p:nvPr/>
        </p:nvSpPr>
        <p:spPr>
          <a:xfrm>
            <a:off x="7920239" y="3341820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9524530-957A-06CC-7415-79F7280374BF}"/>
              </a:ext>
            </a:extLst>
          </p:cNvPr>
          <p:cNvSpPr/>
          <p:nvPr/>
        </p:nvSpPr>
        <p:spPr>
          <a:xfrm>
            <a:off x="8535092" y="3341820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A703BD3-1697-09E0-5C8E-B15F7B18689E}"/>
              </a:ext>
            </a:extLst>
          </p:cNvPr>
          <p:cNvSpPr/>
          <p:nvPr/>
        </p:nvSpPr>
        <p:spPr>
          <a:xfrm>
            <a:off x="9134181" y="3341820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81FE379-99D1-AB58-1688-385E93A36F15}"/>
              </a:ext>
            </a:extLst>
          </p:cNvPr>
          <p:cNvSpPr/>
          <p:nvPr/>
        </p:nvSpPr>
        <p:spPr>
          <a:xfrm>
            <a:off x="9733270" y="3341820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60A50E9-F37A-07AF-24CC-BF11CBE1B200}"/>
              </a:ext>
            </a:extLst>
          </p:cNvPr>
          <p:cNvSpPr/>
          <p:nvPr/>
        </p:nvSpPr>
        <p:spPr>
          <a:xfrm>
            <a:off x="10332359" y="3341820"/>
            <a:ext cx="599089" cy="331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8CB6CCF-0B02-C006-7829-19FE25571622}"/>
              </a:ext>
            </a:extLst>
          </p:cNvPr>
          <p:cNvSpPr txBox="1"/>
          <p:nvPr/>
        </p:nvSpPr>
        <p:spPr>
          <a:xfrm>
            <a:off x="7463493" y="3234048"/>
            <a:ext cx="323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</a:rPr>
              <a:t>BUFFER  RX</a:t>
            </a:r>
          </a:p>
        </p:txBody>
      </p:sp>
      <p:cxnSp>
        <p:nvCxnSpPr>
          <p:cNvPr id="42" name="Conector Angulado 21">
            <a:extLst>
              <a:ext uri="{FF2B5EF4-FFF2-40B4-BE49-F238E27FC236}">
                <a16:creationId xmlns:a16="http://schemas.microsoft.com/office/drawing/2014/main" id="{2B441F1D-137D-1C95-023F-94A41CFC11A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570066" y="6517961"/>
            <a:ext cx="451530" cy="3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0BD6804B-25FC-28CE-6CCD-33B3AA3723C9}"/>
              </a:ext>
            </a:extLst>
          </p:cNvPr>
          <p:cNvSpPr/>
          <p:nvPr/>
        </p:nvSpPr>
        <p:spPr>
          <a:xfrm>
            <a:off x="3726566" y="1908856"/>
            <a:ext cx="1431491" cy="108426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ENLACE TX</a:t>
            </a:r>
            <a:endParaRPr lang="pt-BR" sz="2400" dirty="0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6148C3F9-2162-8E8F-03D8-5D60FBB75330}"/>
              </a:ext>
            </a:extLst>
          </p:cNvPr>
          <p:cNvSpPr/>
          <p:nvPr/>
        </p:nvSpPr>
        <p:spPr>
          <a:xfrm>
            <a:off x="6683486" y="1884199"/>
            <a:ext cx="1431491" cy="108426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ENLACE RX</a:t>
            </a:r>
            <a:endParaRPr lang="pt-BR" sz="2400" dirty="0"/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EA3511C0-E171-06F8-4951-006B16809398}"/>
              </a:ext>
            </a:extLst>
          </p:cNvPr>
          <p:cNvSpPr/>
          <p:nvPr/>
        </p:nvSpPr>
        <p:spPr>
          <a:xfrm>
            <a:off x="3486355" y="4243392"/>
            <a:ext cx="1746958" cy="8669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THREAD TX</a:t>
            </a:r>
          </a:p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off/</a:t>
            </a:r>
            <a:r>
              <a:rPr lang="pt-BR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</a:t>
            </a:r>
            <a:endParaRPr lang="pt-BR" sz="2400" dirty="0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F477AAD1-FA70-009D-AD67-45E072B147F1}"/>
              </a:ext>
            </a:extLst>
          </p:cNvPr>
          <p:cNvSpPr/>
          <p:nvPr/>
        </p:nvSpPr>
        <p:spPr>
          <a:xfrm>
            <a:off x="6871344" y="4225674"/>
            <a:ext cx="1761027" cy="9593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THREAD RX</a:t>
            </a:r>
          </a:p>
          <a:p>
            <a:pPr algn="ctr"/>
            <a:r>
              <a:rPr lang="pt-BR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</a:t>
            </a:r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/off</a:t>
            </a:r>
            <a:endParaRPr lang="pt-BR" sz="2400" dirty="0"/>
          </a:p>
        </p:txBody>
      </p:sp>
      <p:cxnSp>
        <p:nvCxnSpPr>
          <p:cNvPr id="80" name="Conector: Angulado 79">
            <a:extLst>
              <a:ext uri="{FF2B5EF4-FFF2-40B4-BE49-F238E27FC236}">
                <a16:creationId xmlns:a16="http://schemas.microsoft.com/office/drawing/2014/main" id="{A0EDCFA9-97B2-DD82-4FCE-E8789CECF7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76276" y="2450987"/>
            <a:ext cx="240211" cy="2225904"/>
          </a:xfrm>
          <a:prstGeom prst="bentConnector3">
            <a:avLst>
              <a:gd name="adj1" fmla="val 1346226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: Angulado 85">
            <a:extLst>
              <a:ext uri="{FF2B5EF4-FFF2-40B4-BE49-F238E27FC236}">
                <a16:creationId xmlns:a16="http://schemas.microsoft.com/office/drawing/2014/main" id="{BF59F05C-5516-C912-B7B7-B3713057F75C}"/>
              </a:ext>
            </a:extLst>
          </p:cNvPr>
          <p:cNvCxnSpPr>
            <a:cxnSpLocks/>
            <a:stCxn id="57" idx="3"/>
            <a:endCxn id="63" idx="3"/>
          </p:cNvCxnSpPr>
          <p:nvPr/>
        </p:nvCxnSpPr>
        <p:spPr>
          <a:xfrm>
            <a:off x="8114977" y="2426331"/>
            <a:ext cx="517394" cy="2279018"/>
          </a:xfrm>
          <a:prstGeom prst="bentConnector3">
            <a:avLst>
              <a:gd name="adj1" fmla="val 62178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20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7" grpId="0" animBg="1"/>
      <p:bldP spid="61" grpId="0" animBg="1"/>
      <p:bldP spid="6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209393" y="1292772"/>
            <a:ext cx="4840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</a:rPr>
              <a:t>LOOP BACK !</a:t>
            </a:r>
          </a:p>
        </p:txBody>
      </p:sp>
      <p:pic>
        <p:nvPicPr>
          <p:cNvPr id="3" name="Imagem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90" y="3092275"/>
            <a:ext cx="4432213" cy="2157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m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086" y="2934620"/>
            <a:ext cx="3304452" cy="2472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896780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</TotalTime>
  <Words>470</Words>
  <Application>Microsoft Office PowerPoint</Application>
  <PresentationFormat>Widescreen</PresentationFormat>
  <Paragraphs>156</Paragraphs>
  <Slides>19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Bookman Old Style</vt:lpstr>
      <vt:lpstr>Calibri</vt:lpstr>
      <vt:lpstr>Calibri Light</vt:lpstr>
      <vt:lpstr>Cambria Math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Carareto</dc:creator>
  <cp:lastModifiedBy>Rodrigo Carareto</cp:lastModifiedBy>
  <cp:revision>99</cp:revision>
  <dcterms:created xsi:type="dcterms:W3CDTF">2020-08-14T14:57:24Z</dcterms:created>
  <dcterms:modified xsi:type="dcterms:W3CDTF">2025-08-13T13:10:25Z</dcterms:modified>
</cp:coreProperties>
</file>